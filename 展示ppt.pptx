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7" r:id="rId4"/>
    <p:sldId id="258" r:id="rId6"/>
    <p:sldId id="260" r:id="rId7"/>
    <p:sldId id="261" r:id="rId8"/>
    <p:sldId id="262" r:id="rId9"/>
    <p:sldId id="263" r:id="rId10"/>
    <p:sldId id="264" r:id="rId11"/>
    <p:sldId id="265" r:id="rId12"/>
    <p:sldId id="268" r:id="rId13"/>
    <p:sldId id="285" r:id="rId14"/>
    <p:sldId id="286" r:id="rId15"/>
    <p:sldId id="289" r:id="rId16"/>
    <p:sldId id="267" r:id="rId17"/>
    <p:sldId id="288" r:id="rId18"/>
    <p:sldId id="290" r:id="rId19"/>
    <p:sldId id="291" r:id="rId20"/>
    <p:sldId id="292" r:id="rId21"/>
    <p:sldId id="293" r:id="rId22"/>
    <p:sldId id="272" r:id="rId23"/>
    <p:sldId id="294" r:id="rId24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483810881" name="WPS_1679281038" initials="W" lastIdx="1" clrIdx="2"/>
  <p:cmAuthor id="1" name="123" initials="1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tags" Target="tags/tag163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hyperlink" Target="http://www.1ppt.com/hangye/" TargetMode="Externa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/>
          <p:cNvSpPr txBox="1"/>
          <p:nvPr>
            <p:custDataLst>
              <p:tags r:id="rId2"/>
            </p:custDataLst>
          </p:nvPr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http://www.1ppt.com/hangye/</a:t>
            </a:r>
            <a:endParaRPr lang="en-US" altLang="zh-CN" sz="100">
              <a:solidFill>
                <a:schemeClr val="tx1">
                  <a:alpha val="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8"/>
          <p:cNvSpPr txBox="1"/>
          <p:nvPr>
            <p:custDataLst>
              <p:tags r:id="rId3"/>
            </p:custDataLst>
          </p:nvPr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charset="-122"/>
                <a:ea typeface="微软雅黑" panose="020B0503020204020204" charset="-122"/>
                <a:hlinkClick r:id="rId4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charset="-122"/>
                <a:ea typeface="微软雅黑" panose="020B0503020204020204" charset="-122"/>
                <a:hlinkClick r:id="rId4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charset="-122"/>
                <a:ea typeface="微软雅黑" panose="020B0503020204020204" charset="-122"/>
                <a:hlinkClick r:id="rId4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http://www.1ppt.com/hangye/</a:t>
            </a:r>
            <a:endParaRPr lang="en-US" altLang="zh-CN" sz="100">
              <a:solidFill>
                <a:schemeClr val="tx1">
                  <a:alpha val="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" name="文本占位符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3"/>
          <p:cNvSpPr>
            <a:spLocks noGrp="1"/>
          </p:cNvSpPr>
          <p:nvPr>
            <p:ph sz="half" idx="2"/>
            <p:custDataLst>
              <p:tags r:id="rId7"/>
            </p:custDataLst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文本占位符 4"/>
          <p:cNvSpPr>
            <a:spLocks noGrp="1"/>
          </p:cNvSpPr>
          <p:nvPr>
            <p:ph type="body" sz="quarter" idx="3"/>
            <p:custDataLst>
              <p:tags r:id="rId8"/>
            </p:custDataLst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8" name="内容占位符 5"/>
          <p:cNvSpPr>
            <a:spLocks noGrp="1"/>
          </p:cNvSpPr>
          <p:nvPr>
            <p:ph sz="quarter" idx="4"/>
            <p:custDataLst>
              <p:tags r:id="rId9"/>
            </p:custDataLst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9B957CC-A438-4D82-B305-2291493474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  <p:hf sldNum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6" Type="http://schemas.openxmlformats.org/officeDocument/2006/relationships/theme" Target="../theme/theme2.xml"/><Relationship Id="rId5" Type="http://schemas.openxmlformats.org/officeDocument/2006/relationships/image" Target="../media/image1.jpeg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>
            <p:custDataLst>
              <p:tags r:id="rId3"/>
            </p:custDataLst>
          </p:nvPr>
        </p:nvSpPr>
        <p:spPr>
          <a:xfrm>
            <a:off x="4318000" y="2971800"/>
            <a:ext cx="35560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">
                <a:solidFill>
                  <a:schemeClr val="bg1">
                    <a:alpha val="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感谢您下载包图网平台上提供的</a:t>
            </a:r>
            <a:r>
              <a:rPr lang="en-US" altLang="zh-CN" sz="300">
                <a:solidFill>
                  <a:schemeClr val="bg1">
                    <a:alpha val="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PPT</a:t>
            </a:r>
            <a:r>
              <a:rPr lang="zh-CN" altLang="en-US" sz="300">
                <a:solidFill>
                  <a:schemeClr val="bg1">
                    <a:alpha val="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作品，为了您和包图网以及原创作者的利益，请勿复制、传播、销售，否则将承担法律责任！包图网将对作品进行维权，按照传播下载次数进行十倍的索取赔偿！</a:t>
            </a:r>
            <a:endParaRPr lang="zh-CN" altLang="en-US" sz="300">
              <a:solidFill>
                <a:schemeClr val="bg1">
                  <a:alpha val="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600">
                <a:solidFill>
                  <a:schemeClr val="bg1">
                    <a:alpha val="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ibaotu.com</a:t>
            </a:r>
            <a:endParaRPr lang="en-US" altLang="zh-CN" sz="600">
              <a:solidFill>
                <a:schemeClr val="bg1">
                  <a:alpha val="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ransition/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13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image" Target="../media/image2.jpeg"/><Relationship Id="rId1" Type="http://schemas.openxmlformats.org/officeDocument/2006/relationships/tags" Target="../tags/tag74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tags" Target="../tags/tag86.xml"/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image" Target="../media/image3.png"/><Relationship Id="rId18" Type="http://schemas.openxmlformats.org/officeDocument/2006/relationships/notesSlide" Target="../notesSlides/notesSlide2.xml"/><Relationship Id="rId17" Type="http://schemas.openxmlformats.org/officeDocument/2006/relationships/slideLayout" Target="../slideLayouts/slideLayout13.xml"/><Relationship Id="rId16" Type="http://schemas.openxmlformats.org/officeDocument/2006/relationships/tags" Target="../tags/tag94.xml"/><Relationship Id="rId15" Type="http://schemas.openxmlformats.org/officeDocument/2006/relationships/tags" Target="../tags/tag93.xml"/><Relationship Id="rId14" Type="http://schemas.openxmlformats.org/officeDocument/2006/relationships/tags" Target="../tags/tag92.xml"/><Relationship Id="rId13" Type="http://schemas.openxmlformats.org/officeDocument/2006/relationships/tags" Target="../tags/tag91.xml"/><Relationship Id="rId12" Type="http://schemas.openxmlformats.org/officeDocument/2006/relationships/tags" Target="../tags/tag90.xml"/><Relationship Id="rId11" Type="http://schemas.openxmlformats.org/officeDocument/2006/relationships/tags" Target="../tags/tag89.xml"/><Relationship Id="rId10" Type="http://schemas.openxmlformats.org/officeDocument/2006/relationships/tags" Target="../tags/tag88.xml"/><Relationship Id="rId1" Type="http://schemas.openxmlformats.org/officeDocument/2006/relationships/tags" Target="../tags/tag80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3.xml"/><Relationship Id="rId7" Type="http://schemas.openxmlformats.org/officeDocument/2006/relationships/tags" Target="../tags/tag100.xml"/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image" Target="../media/image4.png"/><Relationship Id="rId1" Type="http://schemas.openxmlformats.org/officeDocument/2006/relationships/tags" Target="../tags/tag9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tags" Target="../tags/tag107.xml"/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image" Target="../media/image5.jpeg"/><Relationship Id="rId2" Type="http://schemas.openxmlformats.org/officeDocument/2006/relationships/tags" Target="../tags/tag102.xml"/><Relationship Id="rId19" Type="http://schemas.openxmlformats.org/officeDocument/2006/relationships/notesSlide" Target="../notesSlides/notesSlide4.xml"/><Relationship Id="rId18" Type="http://schemas.openxmlformats.org/officeDocument/2006/relationships/slideLayout" Target="../slideLayouts/slideLayout13.xml"/><Relationship Id="rId17" Type="http://schemas.openxmlformats.org/officeDocument/2006/relationships/tags" Target="../tags/tag116.xml"/><Relationship Id="rId16" Type="http://schemas.openxmlformats.org/officeDocument/2006/relationships/tags" Target="../tags/tag115.xml"/><Relationship Id="rId15" Type="http://schemas.openxmlformats.org/officeDocument/2006/relationships/tags" Target="../tags/tag114.xml"/><Relationship Id="rId14" Type="http://schemas.openxmlformats.org/officeDocument/2006/relationships/tags" Target="../tags/tag113.xml"/><Relationship Id="rId13" Type="http://schemas.openxmlformats.org/officeDocument/2006/relationships/tags" Target="../tags/tag112.xml"/><Relationship Id="rId12" Type="http://schemas.openxmlformats.org/officeDocument/2006/relationships/tags" Target="../tags/tag111.xml"/><Relationship Id="rId11" Type="http://schemas.openxmlformats.org/officeDocument/2006/relationships/tags" Target="../tags/tag110.xml"/><Relationship Id="rId10" Type="http://schemas.openxmlformats.org/officeDocument/2006/relationships/tags" Target="../tags/tag109.xml"/><Relationship Id="rId1" Type="http://schemas.openxmlformats.org/officeDocument/2006/relationships/tags" Target="../tags/tag10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tags" Target="../tags/tag122.xml"/><Relationship Id="rId7" Type="http://schemas.openxmlformats.org/officeDocument/2006/relationships/tags" Target="../tags/tag121.xml"/><Relationship Id="rId6" Type="http://schemas.openxmlformats.org/officeDocument/2006/relationships/image" Target="../media/image7.jpeg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0" Type="http://schemas.openxmlformats.org/officeDocument/2006/relationships/notesSlide" Target="../notesSlides/notesSlide5.xml"/><Relationship Id="rId2" Type="http://schemas.openxmlformats.org/officeDocument/2006/relationships/image" Target="../media/image6.jpeg"/><Relationship Id="rId19" Type="http://schemas.openxmlformats.org/officeDocument/2006/relationships/slideLayout" Target="../slideLayouts/slideLayout13.xml"/><Relationship Id="rId18" Type="http://schemas.openxmlformats.org/officeDocument/2006/relationships/tags" Target="../tags/tag130.xml"/><Relationship Id="rId17" Type="http://schemas.openxmlformats.org/officeDocument/2006/relationships/tags" Target="../tags/tag129.xml"/><Relationship Id="rId16" Type="http://schemas.openxmlformats.org/officeDocument/2006/relationships/tags" Target="../tags/tag128.xml"/><Relationship Id="rId15" Type="http://schemas.openxmlformats.org/officeDocument/2006/relationships/tags" Target="../tags/tag127.xml"/><Relationship Id="rId14" Type="http://schemas.openxmlformats.org/officeDocument/2006/relationships/image" Target="../media/image9.jpeg"/><Relationship Id="rId13" Type="http://schemas.openxmlformats.org/officeDocument/2006/relationships/tags" Target="../tags/tag126.xml"/><Relationship Id="rId12" Type="http://schemas.openxmlformats.org/officeDocument/2006/relationships/tags" Target="../tags/tag125.xml"/><Relationship Id="rId11" Type="http://schemas.openxmlformats.org/officeDocument/2006/relationships/tags" Target="../tags/tag124.xml"/><Relationship Id="rId10" Type="http://schemas.openxmlformats.org/officeDocument/2006/relationships/image" Target="../media/image8.jpeg"/><Relationship Id="rId1" Type="http://schemas.openxmlformats.org/officeDocument/2006/relationships/tags" Target="../tags/tag11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3.xml"/><Relationship Id="rId7" Type="http://schemas.openxmlformats.org/officeDocument/2006/relationships/tags" Target="../tags/tag136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" Type="http://schemas.openxmlformats.org/officeDocument/2006/relationships/image" Target="../media/image4.png"/><Relationship Id="rId1" Type="http://schemas.openxmlformats.org/officeDocument/2006/relationships/tags" Target="../tags/tag13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37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38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39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40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41.xm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42.xml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3.xml"/><Relationship Id="rId7" Type="http://schemas.openxmlformats.org/officeDocument/2006/relationships/tags" Target="../tags/tag148.xml"/><Relationship Id="rId6" Type="http://schemas.openxmlformats.org/officeDocument/2006/relationships/tags" Target="../tags/tag147.xml"/><Relationship Id="rId5" Type="http://schemas.openxmlformats.org/officeDocument/2006/relationships/tags" Target="../tags/tag146.xml"/><Relationship Id="rId4" Type="http://schemas.openxmlformats.org/officeDocument/2006/relationships/tags" Target="../tags/tag145.xml"/><Relationship Id="rId3" Type="http://schemas.openxmlformats.org/officeDocument/2006/relationships/tags" Target="../tags/tag144.xml"/><Relationship Id="rId2" Type="http://schemas.openxmlformats.org/officeDocument/2006/relationships/image" Target="../media/image4.png"/><Relationship Id="rId1" Type="http://schemas.openxmlformats.org/officeDocument/2006/relationships/tags" Target="../tags/tag14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49.xml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50.xml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51.xml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52.xml"/><Relationship Id="rId1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53.xml"/><Relationship Id="rId1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13.xml"/><Relationship Id="rId7" Type="http://schemas.openxmlformats.org/officeDocument/2006/relationships/tags" Target="../tags/tag159.xml"/><Relationship Id="rId6" Type="http://schemas.openxmlformats.org/officeDocument/2006/relationships/tags" Target="../tags/tag158.xml"/><Relationship Id="rId5" Type="http://schemas.openxmlformats.org/officeDocument/2006/relationships/tags" Target="../tags/tag157.xml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image" Target="../media/image4.png"/><Relationship Id="rId1" Type="http://schemas.openxmlformats.org/officeDocument/2006/relationships/tags" Target="../tags/tag154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" Type="http://schemas.openxmlformats.org/officeDocument/2006/relationships/tags" Target="../tags/tag1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150674" y="3357280"/>
            <a:ext cx="3877987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7200" dirty="0">
                <a:gradFill flip="none" rotWithShape="1">
                  <a:gsLst>
                    <a:gs pos="0">
                      <a:srgbClr val="F8FDFD"/>
                    </a:gs>
                    <a:gs pos="100000">
                      <a:schemeClr val="bg1"/>
                    </a:gs>
                  </a:gsLst>
                  <a:lin ang="2700000" scaled="1"/>
                </a:gra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智能食谱推荐助手</a:t>
            </a:r>
            <a:endParaRPr lang="zh-CN" altLang="en-US" sz="7200" dirty="0">
              <a:gradFill flip="none" rotWithShape="1">
                <a:gsLst>
                  <a:gs pos="0">
                    <a:srgbClr val="F8FDFD"/>
                  </a:gs>
                  <a:gs pos="100000">
                    <a:schemeClr val="bg1"/>
                  </a:gs>
                </a:gsLst>
                <a:lin ang="2700000" scaled="1"/>
              </a:gra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200150" y="2853055"/>
            <a:ext cx="285051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/>
            <a:r>
              <a:rPr lang="zh-CN" altLang="en-US" sz="3200" dirty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身边的</a:t>
            </a:r>
            <a:r>
              <a:rPr lang="zh-CN" altLang="en-US" sz="3200" dirty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好朋友</a:t>
            </a:r>
            <a:endParaRPr lang="zh-CN" altLang="en-US" sz="3200" dirty="0">
              <a:solidFill>
                <a:schemeClr val="bg1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cxnSp>
        <p:nvCxnSpPr>
          <p:cNvPr id="7" name="直接连接符 6"/>
          <p:cNvCxnSpPr/>
          <p:nvPr>
            <p:custDataLst>
              <p:tags r:id="rId5"/>
            </p:custDataLst>
          </p:nvPr>
        </p:nvCxnSpPr>
        <p:spPr>
          <a:xfrm>
            <a:off x="1299474" y="4595657"/>
            <a:ext cx="3558278" cy="0"/>
          </a:xfrm>
          <a:prstGeom prst="line">
            <a:avLst/>
          </a:prstGeom>
          <a:ln>
            <a:gradFill flip="none" rotWithShape="1">
              <a:gsLst>
                <a:gs pos="0">
                  <a:srgbClr val="24DBFD"/>
                </a:gs>
                <a:gs pos="100000">
                  <a:srgbClr val="002FFC"/>
                </a:gs>
              </a:gsLst>
              <a:lin ang="81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1188946" y="4655572"/>
            <a:ext cx="3745006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/>
            <a:r>
              <a:rPr lang="zh-CN" altLang="en-US" sz="3200" dirty="0">
                <a:gradFill>
                  <a:gsLst>
                    <a:gs pos="0">
                      <a:srgbClr val="002FFC"/>
                    </a:gs>
                    <a:gs pos="100000">
                      <a:srgbClr val="24DBFD"/>
                    </a:gs>
                  </a:gsLst>
                  <a:lin ang="2700000" scaled="1"/>
                </a:gra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创想无限未来</a:t>
            </a:r>
            <a:endParaRPr lang="zh-CN" altLang="en-US" sz="3200" dirty="0">
              <a:gradFill>
                <a:gsLst>
                  <a:gs pos="0">
                    <a:srgbClr val="002FFC"/>
                  </a:gs>
                  <a:gs pos="100000">
                    <a:srgbClr val="24DBFD"/>
                  </a:gs>
                </a:gsLst>
                <a:lin ang="2700000" scaled="1"/>
              </a:gra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8720" y="5988685"/>
            <a:ext cx="5589270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团队成员：张宇杰、张津豪、瞿家祺、</a:t>
            </a:r>
            <a:r>
              <a:rPr lang="zh-CN" altLang="en-US">
                <a:solidFill>
                  <a:schemeClr val="bg1"/>
                </a:solidFill>
              </a:rPr>
              <a:t>秦文超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9" name="流程图: 可选过程 8"/>
          <p:cNvSpPr/>
          <p:nvPr/>
        </p:nvSpPr>
        <p:spPr>
          <a:xfrm>
            <a:off x="1299210" y="5339080"/>
            <a:ext cx="3634740" cy="203835"/>
          </a:xfrm>
          <a:prstGeom prst="flowChartAlternateProcess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/>
              <a:t>汇报人：</a:t>
            </a:r>
            <a:endParaRPr lang="zh-CN" altLang="en-US"/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 flipH="1">
            <a:off x="2340216" y="1524786"/>
            <a:ext cx="4187584" cy="4164028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4688008" y="3403303"/>
            <a:ext cx="1319092" cy="175323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/>
            <a:r>
              <a:rPr lang="zh-CN" altLang="en-US" sz="5400" dirty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目录</a:t>
            </a:r>
            <a:endParaRPr lang="zh-CN" altLang="en-US" sz="5400" dirty="0">
              <a:solidFill>
                <a:schemeClr val="bg1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grpSp>
        <p:nvGrpSpPr>
          <p:cNvPr id="2" name="组合 1"/>
          <p:cNvGrpSpPr/>
          <p:nvPr>
            <p:custDataLst>
              <p:tags r:id="rId4"/>
            </p:custDataLst>
          </p:nvPr>
        </p:nvGrpSpPr>
        <p:grpSpPr>
          <a:xfrm>
            <a:off x="7107146" y="1867331"/>
            <a:ext cx="2760754" cy="953135"/>
            <a:chOff x="7107146" y="1867331"/>
            <a:chExt cx="2760754" cy="953135"/>
          </a:xfrm>
        </p:grpSpPr>
        <p:sp>
          <p:nvSpPr>
            <p:cNvPr id="4" name="文本框 3"/>
            <p:cNvSpPr txBox="1"/>
            <p:nvPr>
              <p:custDataLst>
                <p:tags r:id="rId5"/>
              </p:custDataLst>
            </p:nvPr>
          </p:nvSpPr>
          <p:spPr>
            <a:xfrm>
              <a:off x="7107146" y="1867331"/>
              <a:ext cx="2760754" cy="95313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sz="2800" dirty="0">
                  <a:gradFill>
                    <a:gsLst>
                      <a:gs pos="0">
                        <a:srgbClr val="002FFC"/>
                      </a:gs>
                      <a:gs pos="100000">
                        <a:srgbClr val="24DBFD"/>
                      </a:gs>
                    </a:gsLst>
                    <a:lin ang="2700000" scaled="1"/>
                  </a:gradFill>
                  <a:latin typeface="Agency FB" panose="020B0503020202020204" pitchFamily="34" charset="0"/>
                  <a:ea typeface="时尚中黑简体" panose="01010104010101010101" pitchFamily="2" charset="-122"/>
                </a:rPr>
                <a:t>01 </a:t>
              </a:r>
              <a:r>
                <a:rPr lang="zh-CN" altLang="en-US" sz="2800" dirty="0">
                  <a:gradFill>
                    <a:gsLst>
                      <a:gs pos="0">
                        <a:srgbClr val="002FFC"/>
                      </a:gs>
                      <a:gs pos="100000">
                        <a:srgbClr val="24DBFD"/>
                      </a:gs>
                    </a:gsLst>
                    <a:lin ang="2700000" scaled="1"/>
                  </a:gradFill>
                  <a:latin typeface="Agency FB" panose="020B0503020202020204" pitchFamily="34" charset="0"/>
                  <a:ea typeface="时尚中黑简体" panose="01010104010101010101" pitchFamily="2" charset="-122"/>
                </a:rPr>
                <a:t>智能食谱推荐助手概述</a:t>
              </a:r>
              <a:endParaRPr lang="zh-CN" altLang="en-US" sz="2800" dirty="0">
                <a:gradFill>
                  <a:gsLst>
                    <a:gs pos="0">
                      <a:srgbClr val="002FFC"/>
                    </a:gs>
                    <a:gs pos="100000">
                      <a:srgbClr val="24DBFD"/>
                    </a:gs>
                  </a:gsLst>
                  <a:lin ang="2700000" scaled="1"/>
                </a:gradFill>
                <a:latin typeface="Agency FB" panose="020B0503020202020204" pitchFamily="34" charset="0"/>
                <a:ea typeface="时尚中黑简体" panose="01010104010101010101" pitchFamily="2" charset="-122"/>
              </a:endParaRPr>
            </a:p>
          </p:txBody>
        </p:sp>
        <p:cxnSp>
          <p:nvCxnSpPr>
            <p:cNvPr id="9" name="直接连接符 8"/>
            <p:cNvCxnSpPr/>
            <p:nvPr>
              <p:custDataLst>
                <p:tags r:id="rId6"/>
              </p:custDataLst>
            </p:nvPr>
          </p:nvCxnSpPr>
          <p:spPr>
            <a:xfrm>
              <a:off x="7204974" y="2398557"/>
              <a:ext cx="2662926" cy="0"/>
            </a:xfrm>
            <a:prstGeom prst="line">
              <a:avLst/>
            </a:prstGeom>
            <a:ln>
              <a:gradFill flip="none" rotWithShape="1">
                <a:gsLst>
                  <a:gs pos="0">
                    <a:srgbClr val="24DBFD">
                      <a:alpha val="0"/>
                    </a:srgbClr>
                  </a:gs>
                  <a:gs pos="100000">
                    <a:srgbClr val="002FFC"/>
                  </a:gs>
                </a:gsLst>
                <a:lin ang="108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组合 9"/>
          <p:cNvGrpSpPr/>
          <p:nvPr>
            <p:custDataLst>
              <p:tags r:id="rId7"/>
            </p:custDataLst>
          </p:nvPr>
        </p:nvGrpSpPr>
        <p:grpSpPr>
          <a:xfrm>
            <a:off x="7107146" y="2865438"/>
            <a:ext cx="2760754" cy="953135"/>
            <a:chOff x="7107146" y="2865438"/>
            <a:chExt cx="2760754" cy="953135"/>
          </a:xfrm>
        </p:grpSpPr>
        <p:sp>
          <p:nvSpPr>
            <p:cNvPr id="5" name="文本框 4"/>
            <p:cNvSpPr txBox="1"/>
            <p:nvPr>
              <p:custDataLst>
                <p:tags r:id="rId8"/>
              </p:custDataLst>
            </p:nvPr>
          </p:nvSpPr>
          <p:spPr>
            <a:xfrm>
              <a:off x="7107146" y="2865438"/>
              <a:ext cx="2760754" cy="95313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sz="2800" dirty="0">
                  <a:gradFill>
                    <a:gsLst>
                      <a:gs pos="0">
                        <a:srgbClr val="002FFC"/>
                      </a:gs>
                      <a:gs pos="100000">
                        <a:srgbClr val="24DBFD"/>
                      </a:gs>
                    </a:gsLst>
                    <a:lin ang="2700000" scaled="1"/>
                  </a:gradFill>
                  <a:latin typeface="Agency FB" panose="020B0503020202020204" pitchFamily="34" charset="0"/>
                  <a:ea typeface="时尚中黑简体" panose="01010104010101010101" pitchFamily="2" charset="-122"/>
                </a:rPr>
                <a:t>02 </a:t>
              </a:r>
              <a:r>
                <a:rPr lang="zh-CN" altLang="en-US" sz="2800" dirty="0">
                  <a:gradFill>
                    <a:gsLst>
                      <a:gs pos="0">
                        <a:srgbClr val="002FFC"/>
                      </a:gs>
                      <a:gs pos="100000">
                        <a:srgbClr val="24DBFD"/>
                      </a:gs>
                    </a:gsLst>
                    <a:lin ang="2700000" scaled="1"/>
                  </a:gradFill>
                  <a:latin typeface="Agency FB" panose="020B0503020202020204" pitchFamily="34" charset="0"/>
                  <a:ea typeface="时尚中黑简体" panose="01010104010101010101" pitchFamily="2" charset="-122"/>
                </a:rPr>
                <a:t>工作原理与技术基础</a:t>
              </a:r>
              <a:r>
                <a:rPr lang="en-US" altLang="zh-CN" sz="2800" dirty="0">
                  <a:gradFill>
                    <a:gsLst>
                      <a:gs pos="0">
                        <a:srgbClr val="002FFC"/>
                      </a:gs>
                      <a:gs pos="100000">
                        <a:srgbClr val="24DBFD"/>
                      </a:gs>
                    </a:gsLst>
                    <a:lin ang="2700000" scaled="1"/>
                  </a:gradFill>
                  <a:latin typeface="Agency FB" panose="020B0503020202020204" pitchFamily="34" charset="0"/>
                  <a:ea typeface="时尚中黑简体" panose="01010104010101010101" pitchFamily="2" charset="-122"/>
                </a:rPr>
                <a:t>——</a:t>
              </a:r>
              <a:r>
                <a:rPr lang="zh-CN" altLang="en-US" sz="2800" dirty="0">
                  <a:gradFill>
                    <a:gsLst>
                      <a:gs pos="0">
                        <a:srgbClr val="002FFC"/>
                      </a:gs>
                      <a:gs pos="100000">
                        <a:srgbClr val="24DBFD"/>
                      </a:gs>
                    </a:gsLst>
                    <a:lin ang="2700000" scaled="1"/>
                  </a:gradFill>
                  <a:latin typeface="Agency FB" panose="020B0503020202020204" pitchFamily="34" charset="0"/>
                  <a:ea typeface="时尚中黑简体" panose="01010104010101010101" pitchFamily="2" charset="-122"/>
                </a:rPr>
                <a:t>前端</a:t>
              </a:r>
              <a:endParaRPr lang="zh-CN" altLang="en-US" sz="2800" dirty="0">
                <a:gradFill>
                  <a:gsLst>
                    <a:gs pos="0">
                      <a:srgbClr val="002FFC"/>
                    </a:gs>
                    <a:gs pos="100000">
                      <a:srgbClr val="24DBFD"/>
                    </a:gs>
                  </a:gsLst>
                  <a:lin ang="2700000" scaled="1"/>
                </a:gradFill>
                <a:latin typeface="Agency FB" panose="020B0503020202020204" pitchFamily="34" charset="0"/>
                <a:ea typeface="时尚中黑简体" panose="01010104010101010101" pitchFamily="2" charset="-122"/>
              </a:endParaRPr>
            </a:p>
          </p:txBody>
        </p:sp>
        <p:cxnSp>
          <p:nvCxnSpPr>
            <p:cNvPr id="11" name="直接连接符 10"/>
            <p:cNvCxnSpPr/>
            <p:nvPr>
              <p:custDataLst>
                <p:tags r:id="rId9"/>
              </p:custDataLst>
            </p:nvPr>
          </p:nvCxnSpPr>
          <p:spPr>
            <a:xfrm>
              <a:off x="7204974" y="3409795"/>
              <a:ext cx="2662926" cy="0"/>
            </a:xfrm>
            <a:prstGeom prst="line">
              <a:avLst/>
            </a:prstGeom>
            <a:ln>
              <a:gradFill flip="none" rotWithShape="1">
                <a:gsLst>
                  <a:gs pos="0">
                    <a:srgbClr val="24DBFD">
                      <a:alpha val="0"/>
                    </a:srgbClr>
                  </a:gs>
                  <a:gs pos="100000">
                    <a:srgbClr val="002FFC"/>
                  </a:gs>
                </a:gsLst>
                <a:lin ang="108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/>
          <p:cNvGrpSpPr/>
          <p:nvPr>
            <p:custDataLst>
              <p:tags r:id="rId10"/>
            </p:custDataLst>
          </p:nvPr>
        </p:nvGrpSpPr>
        <p:grpSpPr>
          <a:xfrm>
            <a:off x="7107146" y="3863545"/>
            <a:ext cx="2760754" cy="953135"/>
            <a:chOff x="7107146" y="3863545"/>
            <a:chExt cx="2760754" cy="953135"/>
          </a:xfrm>
        </p:grpSpPr>
        <p:sp>
          <p:nvSpPr>
            <p:cNvPr id="6" name="文本框 5"/>
            <p:cNvSpPr txBox="1"/>
            <p:nvPr>
              <p:custDataLst>
                <p:tags r:id="rId11"/>
              </p:custDataLst>
            </p:nvPr>
          </p:nvSpPr>
          <p:spPr>
            <a:xfrm>
              <a:off x="7107146" y="3863545"/>
              <a:ext cx="2760754" cy="95313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sz="2800" dirty="0">
                  <a:gradFill>
                    <a:gsLst>
                      <a:gs pos="0">
                        <a:srgbClr val="002FFC"/>
                      </a:gs>
                      <a:gs pos="100000">
                        <a:srgbClr val="24DBFD"/>
                      </a:gs>
                    </a:gsLst>
                    <a:lin ang="2700000" scaled="1"/>
                  </a:gradFill>
                  <a:latin typeface="Agency FB" panose="020B0503020202020204" pitchFamily="34" charset="0"/>
                  <a:ea typeface="时尚中黑简体" panose="01010104010101010101" pitchFamily="2" charset="-122"/>
                </a:rPr>
                <a:t>03 </a:t>
              </a:r>
              <a:r>
                <a:rPr lang="zh-CN" altLang="en-US" sz="2800" dirty="0">
                  <a:gradFill>
                    <a:gsLst>
                      <a:gs pos="0">
                        <a:srgbClr val="002FFC"/>
                      </a:gs>
                      <a:gs pos="100000">
                        <a:srgbClr val="24DBFD"/>
                      </a:gs>
                    </a:gsLst>
                    <a:lin ang="2700000" scaled="1"/>
                  </a:gradFill>
                  <a:latin typeface="Agency FB" panose="020B0503020202020204" pitchFamily="34" charset="0"/>
                  <a:ea typeface="时尚中黑简体" panose="01010104010101010101" pitchFamily="2" charset="-122"/>
                  <a:sym typeface="+mn-ea"/>
                </a:rPr>
                <a:t>工作原理与技术基础</a:t>
              </a:r>
              <a:r>
                <a:rPr lang="en-US" altLang="zh-CN" sz="2800" dirty="0">
                  <a:gradFill>
                    <a:gsLst>
                      <a:gs pos="0">
                        <a:srgbClr val="002FFC"/>
                      </a:gs>
                      <a:gs pos="100000">
                        <a:srgbClr val="24DBFD"/>
                      </a:gs>
                    </a:gsLst>
                    <a:lin ang="2700000" scaled="1"/>
                  </a:gradFill>
                  <a:latin typeface="Agency FB" panose="020B0503020202020204" pitchFamily="34" charset="0"/>
                  <a:ea typeface="时尚中黑简体" panose="01010104010101010101" pitchFamily="2" charset="-122"/>
                  <a:sym typeface="+mn-ea"/>
                </a:rPr>
                <a:t>——</a:t>
              </a:r>
              <a:r>
                <a:rPr lang="zh-CN" altLang="en-US" sz="2800" dirty="0">
                  <a:gradFill>
                    <a:gsLst>
                      <a:gs pos="0">
                        <a:srgbClr val="002FFC"/>
                      </a:gs>
                      <a:gs pos="100000">
                        <a:srgbClr val="24DBFD"/>
                      </a:gs>
                    </a:gsLst>
                    <a:lin ang="2700000" scaled="1"/>
                  </a:gradFill>
                  <a:latin typeface="Agency FB" panose="020B0503020202020204" pitchFamily="34" charset="0"/>
                  <a:ea typeface="时尚中黑简体" panose="01010104010101010101" pitchFamily="2" charset="-122"/>
                  <a:sym typeface="+mn-ea"/>
                </a:rPr>
                <a:t>后端</a:t>
              </a:r>
              <a:endParaRPr lang="zh-CN" altLang="en-US" sz="2800" dirty="0">
                <a:gradFill>
                  <a:gsLst>
                    <a:gs pos="0">
                      <a:srgbClr val="002FFC"/>
                    </a:gs>
                    <a:gs pos="100000">
                      <a:srgbClr val="24DBFD"/>
                    </a:gs>
                  </a:gsLst>
                  <a:lin ang="2700000" scaled="1"/>
                </a:gradFill>
                <a:latin typeface="Agency FB" panose="020B0503020202020204" pitchFamily="34" charset="0"/>
                <a:ea typeface="时尚中黑简体" panose="01010104010101010101" pitchFamily="2" charset="-122"/>
                <a:sym typeface="+mn-ea"/>
              </a:endParaRPr>
            </a:p>
          </p:txBody>
        </p:sp>
        <p:cxnSp>
          <p:nvCxnSpPr>
            <p:cNvPr id="12" name="直接连接符 11"/>
            <p:cNvCxnSpPr/>
            <p:nvPr>
              <p:custDataLst>
                <p:tags r:id="rId12"/>
              </p:custDataLst>
            </p:nvPr>
          </p:nvCxnSpPr>
          <p:spPr>
            <a:xfrm>
              <a:off x="7204974" y="4403725"/>
              <a:ext cx="2662926" cy="0"/>
            </a:xfrm>
            <a:prstGeom prst="line">
              <a:avLst/>
            </a:prstGeom>
            <a:ln>
              <a:gradFill flip="none" rotWithShape="1">
                <a:gsLst>
                  <a:gs pos="0">
                    <a:srgbClr val="24DBFD">
                      <a:alpha val="0"/>
                    </a:srgbClr>
                  </a:gs>
                  <a:gs pos="100000">
                    <a:srgbClr val="002FFC"/>
                  </a:gs>
                </a:gsLst>
                <a:lin ang="108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/>
          <p:cNvGrpSpPr/>
          <p:nvPr>
            <p:custDataLst>
              <p:tags r:id="rId13"/>
            </p:custDataLst>
          </p:nvPr>
        </p:nvGrpSpPr>
        <p:grpSpPr>
          <a:xfrm>
            <a:off x="7107146" y="4861653"/>
            <a:ext cx="2760754" cy="535061"/>
            <a:chOff x="7107146" y="4861653"/>
            <a:chExt cx="2760754" cy="535061"/>
          </a:xfrm>
        </p:grpSpPr>
        <p:sp>
          <p:nvSpPr>
            <p:cNvPr id="7" name="文本框 6"/>
            <p:cNvSpPr txBox="1"/>
            <p:nvPr>
              <p:custDataLst>
                <p:tags r:id="rId14"/>
              </p:custDataLst>
            </p:nvPr>
          </p:nvSpPr>
          <p:spPr>
            <a:xfrm>
              <a:off x="7107146" y="4861653"/>
              <a:ext cx="276075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sz="2800" dirty="0">
                  <a:gradFill>
                    <a:gsLst>
                      <a:gs pos="0">
                        <a:srgbClr val="002FFC"/>
                      </a:gs>
                      <a:gs pos="100000">
                        <a:srgbClr val="24DBFD"/>
                      </a:gs>
                    </a:gsLst>
                    <a:lin ang="2700000" scaled="1"/>
                  </a:gradFill>
                  <a:latin typeface="Agency FB" panose="020B0503020202020204" pitchFamily="34" charset="0"/>
                  <a:ea typeface="时尚中黑简体" panose="01010104010101010101" pitchFamily="2" charset="-122"/>
                </a:rPr>
                <a:t>04 </a:t>
              </a:r>
              <a:r>
                <a:rPr lang="zh-CN" altLang="en-US" sz="2800" dirty="0">
                  <a:gradFill>
                    <a:gsLst>
                      <a:gs pos="0">
                        <a:srgbClr val="002FFC"/>
                      </a:gs>
                      <a:gs pos="100000">
                        <a:srgbClr val="24DBFD"/>
                      </a:gs>
                    </a:gsLst>
                    <a:lin ang="2700000" scaled="1"/>
                  </a:gradFill>
                  <a:latin typeface="Agency FB" panose="020B0503020202020204" pitchFamily="34" charset="0"/>
                  <a:ea typeface="时尚中黑简体" panose="01010104010101010101" pitchFamily="2" charset="-122"/>
                </a:rPr>
                <a:t>成果</a:t>
              </a:r>
              <a:r>
                <a:rPr lang="zh-CN" altLang="en-US" sz="2800" dirty="0">
                  <a:gradFill>
                    <a:gsLst>
                      <a:gs pos="0">
                        <a:srgbClr val="002FFC"/>
                      </a:gs>
                      <a:gs pos="100000">
                        <a:srgbClr val="24DBFD"/>
                      </a:gs>
                    </a:gsLst>
                    <a:lin ang="2700000" scaled="1"/>
                  </a:gradFill>
                  <a:latin typeface="Agency FB" panose="020B0503020202020204" pitchFamily="34" charset="0"/>
                  <a:ea typeface="时尚中黑简体" panose="01010104010101010101" pitchFamily="2" charset="-122"/>
                </a:rPr>
                <a:t>展示</a:t>
              </a:r>
              <a:endParaRPr lang="zh-CN" altLang="en-US" sz="2800" dirty="0">
                <a:gradFill>
                  <a:gsLst>
                    <a:gs pos="0">
                      <a:srgbClr val="002FFC"/>
                    </a:gs>
                    <a:gs pos="100000">
                      <a:srgbClr val="24DBFD"/>
                    </a:gs>
                  </a:gsLst>
                  <a:lin ang="2700000" scaled="1"/>
                </a:gradFill>
                <a:latin typeface="Agency FB" panose="020B0503020202020204" pitchFamily="34" charset="0"/>
                <a:ea typeface="时尚中黑简体" panose="01010104010101010101" pitchFamily="2" charset="-122"/>
              </a:endParaRPr>
            </a:p>
          </p:txBody>
        </p:sp>
        <p:cxnSp>
          <p:nvCxnSpPr>
            <p:cNvPr id="13" name="直接连接符 12"/>
            <p:cNvCxnSpPr/>
            <p:nvPr>
              <p:custDataLst>
                <p:tags r:id="rId15"/>
              </p:custDataLst>
            </p:nvPr>
          </p:nvCxnSpPr>
          <p:spPr>
            <a:xfrm>
              <a:off x="7204974" y="5396714"/>
              <a:ext cx="2662926" cy="0"/>
            </a:xfrm>
            <a:prstGeom prst="line">
              <a:avLst/>
            </a:prstGeom>
            <a:ln>
              <a:gradFill flip="none" rotWithShape="1">
                <a:gsLst>
                  <a:gs pos="0">
                    <a:srgbClr val="24DBFD">
                      <a:alpha val="0"/>
                    </a:srgbClr>
                  </a:gs>
                  <a:gs pos="100000">
                    <a:srgbClr val="002FFC"/>
                  </a:gs>
                </a:gsLst>
                <a:lin ang="108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 flipH="1">
            <a:off x="4927600" y="1532382"/>
            <a:ext cx="2336800" cy="2323656"/>
          </a:xfrm>
          <a:prstGeom prst="rect">
            <a:avLst/>
          </a:prstGeom>
        </p:spPr>
      </p:pic>
      <p:sp>
        <p:nvSpPr>
          <p:cNvPr id="4" name="椭圆 3"/>
          <p:cNvSpPr/>
          <p:nvPr>
            <p:custDataLst>
              <p:tags r:id="rId3"/>
            </p:custDataLst>
          </p:nvPr>
        </p:nvSpPr>
        <p:spPr>
          <a:xfrm>
            <a:off x="5273040" y="1871250"/>
            <a:ext cx="1645920" cy="1645920"/>
          </a:xfrm>
          <a:prstGeom prst="ellipse">
            <a:avLst/>
          </a:prstGeom>
          <a:solidFill>
            <a:srgbClr val="00265E">
              <a:alpha val="29000"/>
            </a:srgbClr>
          </a:solidFill>
          <a:ln w="38100">
            <a:gradFill flip="none" rotWithShape="1">
              <a:gsLst>
                <a:gs pos="0">
                  <a:srgbClr val="24DBFD"/>
                </a:gs>
                <a:gs pos="100000">
                  <a:srgbClr val="002FFC"/>
                </a:gs>
              </a:gsLst>
              <a:lin ang="27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>
            <p:custDataLst>
              <p:tags r:id="rId4"/>
            </p:custDataLst>
          </p:nvPr>
        </p:nvSpPr>
        <p:spPr>
          <a:xfrm>
            <a:off x="5530628" y="2128838"/>
            <a:ext cx="1130744" cy="1130744"/>
          </a:xfrm>
          <a:prstGeom prst="ellipse">
            <a:avLst/>
          </a:prstGeom>
          <a:solidFill>
            <a:srgbClr val="0026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5530628" y="2278712"/>
            <a:ext cx="1130744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4800" dirty="0">
                <a:gradFill>
                  <a:gsLst>
                    <a:gs pos="0">
                      <a:srgbClr val="002FFC"/>
                    </a:gs>
                    <a:gs pos="100000">
                      <a:srgbClr val="24DBFD"/>
                    </a:gs>
                  </a:gsLst>
                  <a:lin ang="2700000" scaled="1"/>
                </a:gradFill>
                <a:latin typeface="Agency FB" panose="020B0503020202020204" pitchFamily="34" charset="0"/>
                <a:ea typeface="时尚中黑简体" panose="01010104010101010101" pitchFamily="2" charset="-122"/>
              </a:rPr>
              <a:t>01</a:t>
            </a:r>
            <a:endParaRPr lang="en-US" altLang="zh-CN" sz="4800" dirty="0">
              <a:gradFill>
                <a:gsLst>
                  <a:gs pos="0">
                    <a:srgbClr val="002FFC"/>
                  </a:gs>
                  <a:gs pos="100000">
                    <a:srgbClr val="24DBFD"/>
                  </a:gs>
                </a:gsLst>
                <a:lin ang="2700000" scaled="1"/>
              </a:gradFill>
              <a:latin typeface="Agency FB" panose="020B0503020202020204" pitchFamily="34" charset="0"/>
              <a:ea typeface="时尚中黑简体" panose="01010104010101010101" pitchFamily="2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3860800" y="4159905"/>
            <a:ext cx="447040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4000" dirty="0">
                <a:gradFill>
                  <a:gsLst>
                    <a:gs pos="0">
                      <a:srgbClr val="002FFC"/>
                    </a:gs>
                    <a:gs pos="100000">
                      <a:srgbClr val="24DBFD"/>
                    </a:gs>
                  </a:gsLst>
                  <a:lin ang="2700000" scaled="1"/>
                </a:gra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智能食谱推荐助手概述</a:t>
            </a:r>
            <a:endParaRPr lang="zh-CN" altLang="en-US" sz="4000" dirty="0">
              <a:gradFill>
                <a:gsLst>
                  <a:gs pos="0">
                    <a:srgbClr val="002FFC"/>
                  </a:gs>
                  <a:gs pos="100000">
                    <a:srgbClr val="24DBFD"/>
                  </a:gs>
                </a:gsLst>
                <a:lin ang="2700000" scaled="1"/>
              </a:gra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3" grpId="0" bldLvl="0" animBg="1"/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 8"/>
          <p:cNvSpPr/>
          <p:nvPr>
            <p:custDataLst>
              <p:tags r:id="rId1"/>
            </p:custDataLst>
          </p:nvPr>
        </p:nvSpPr>
        <p:spPr>
          <a:xfrm>
            <a:off x="6922135" y="103505"/>
            <a:ext cx="5280660" cy="668147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8316" h="10522">
                <a:moveTo>
                  <a:pt x="5703" y="0"/>
                </a:moveTo>
                <a:cubicBezTo>
                  <a:pt x="6632" y="0"/>
                  <a:pt x="7510" y="205"/>
                  <a:pt x="8286" y="569"/>
                </a:cubicBezTo>
                <a:lnTo>
                  <a:pt x="8316" y="584"/>
                </a:lnTo>
                <a:lnTo>
                  <a:pt x="8316" y="9938"/>
                </a:lnTo>
                <a:lnTo>
                  <a:pt x="8286" y="9953"/>
                </a:lnTo>
                <a:cubicBezTo>
                  <a:pt x="7510" y="10317"/>
                  <a:pt x="6632" y="10522"/>
                  <a:pt x="5703" y="10522"/>
                </a:cubicBezTo>
                <a:cubicBezTo>
                  <a:pt x="2554" y="10522"/>
                  <a:pt x="0" y="8166"/>
                  <a:pt x="0" y="5262"/>
                </a:cubicBezTo>
                <a:cubicBezTo>
                  <a:pt x="0" y="2356"/>
                  <a:pt x="2554" y="0"/>
                  <a:pt x="5703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35000"/>
            </a:schemeClr>
          </a:solidFill>
          <a:ln>
            <a:solidFill>
              <a:schemeClr val="accent1">
                <a:alpha val="1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pic>
        <p:nvPicPr>
          <p:cNvPr id="18" name="图片 17" descr="C:/Users/Andy/AppData/Roaming/Kingsoft/office6/wppai/generateppt/2932022a-15ca-46ae-92ef-d5a16ebb3a4b.jpg2932022a-15ca-46ae-92ef-d5a16ebb3a4b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78" r="78"/>
          <a:stretch>
            <a:fillRect/>
          </a:stretch>
        </p:blipFill>
        <p:spPr>
          <a:xfrm>
            <a:off x="7077075" y="229870"/>
            <a:ext cx="5126355" cy="641794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073" h="10107">
                <a:moveTo>
                  <a:pt x="5479" y="0"/>
                </a:moveTo>
                <a:cubicBezTo>
                  <a:pt x="6400" y="0"/>
                  <a:pt x="7269" y="210"/>
                  <a:pt x="8031" y="581"/>
                </a:cubicBezTo>
                <a:lnTo>
                  <a:pt x="8073" y="602"/>
                </a:lnTo>
                <a:lnTo>
                  <a:pt x="8073" y="9505"/>
                </a:lnTo>
                <a:lnTo>
                  <a:pt x="8031" y="9526"/>
                </a:lnTo>
                <a:cubicBezTo>
                  <a:pt x="7269" y="9897"/>
                  <a:pt x="6400" y="10107"/>
                  <a:pt x="5479" y="10107"/>
                </a:cubicBezTo>
                <a:cubicBezTo>
                  <a:pt x="2453" y="10107"/>
                  <a:pt x="0" y="7844"/>
                  <a:pt x="0" y="5054"/>
                </a:cubicBezTo>
                <a:cubicBezTo>
                  <a:pt x="0" y="2263"/>
                  <a:pt x="2453" y="0"/>
                  <a:pt x="5479" y="0"/>
                </a:cubicBezTo>
                <a:close/>
              </a:path>
            </a:pathLst>
          </a:custGeom>
          <a:solidFill>
            <a:schemeClr val="accent1">
              <a:alpha val="35000"/>
            </a:schemeClr>
          </a:solidFill>
          <a:ln>
            <a:solidFill>
              <a:schemeClr val="accent1">
                <a:alpha val="10000"/>
              </a:schemeClr>
            </a:solidFill>
          </a:ln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11505" y="608330"/>
            <a:ext cx="6292850" cy="763270"/>
          </a:xfrm>
        </p:spPr>
        <p:txBody>
          <a:bodyPr/>
          <a:lstStyle/>
          <a:p>
            <a:r>
              <a:rPr lang="zh-CN" altLang="en-US" sz="2800" dirty="0">
                <a:solidFill>
                  <a:schemeClr val="tx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  <a:cs typeface="+mn-cs"/>
              </a:rPr>
              <a:t>定义与概念</a:t>
            </a:r>
            <a:endParaRPr lang="zh-CN" altLang="en-US" sz="2800" dirty="0">
              <a:solidFill>
                <a:schemeClr val="tx1"/>
              </a:solidFill>
              <a:latin typeface="时尚中黑简体" panose="01010104010101010101" pitchFamily="2" charset="-122"/>
              <a:ea typeface="时尚中黑简体" panose="01010104010101010101" pitchFamily="2" charset="-122"/>
              <a:cs typeface="+mn-cs"/>
            </a:endParaRPr>
          </a:p>
        </p:txBody>
      </p:sp>
      <p:sp>
        <p:nvSpPr>
          <p:cNvPr id="3" name="边界"/>
          <p:cNvSpPr/>
          <p:nvPr>
            <p:custDataLst>
              <p:tags r:id="rId5"/>
            </p:custDataLst>
          </p:nvPr>
        </p:nvSpPr>
        <p:spPr>
          <a:xfrm>
            <a:off x="599082" y="1673860"/>
            <a:ext cx="5184222" cy="457453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4" name="矩形 3"/>
          <p:cNvSpPr/>
          <p:nvPr>
            <p:custDataLst>
              <p:tags r:id="rId6"/>
            </p:custDataLst>
          </p:nvPr>
        </p:nvSpPr>
        <p:spPr>
          <a:xfrm>
            <a:off x="599081" y="1694183"/>
            <a:ext cx="408997" cy="332151"/>
          </a:xfrm>
          <a:prstGeom prst="rect">
            <a:avLst/>
          </a:prstGeom>
          <a:noFill/>
        </p:spPr>
        <p:txBody>
          <a:bodyPr wrap="none" lIns="0" tIns="36195" bIns="0" rtlCol="0" anchor="b" anchorCtr="0">
            <a:normAutofit fontScale="90000"/>
          </a:bodyPr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chemeClr val="accent1"/>
                </a:solidFill>
                <a:latin typeface="+mn-ea"/>
                <a:cs typeface="+mn-ea"/>
              </a:rPr>
              <a:t>01</a:t>
            </a:r>
            <a:endParaRPr lang="en-US" altLang="zh-CN" sz="20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6" name="矩形 5"/>
          <p:cNvSpPr/>
          <p:nvPr>
            <p:custDataLst>
              <p:tags r:id="rId7"/>
            </p:custDataLst>
          </p:nvPr>
        </p:nvSpPr>
        <p:spPr>
          <a:xfrm>
            <a:off x="1115408" y="1678306"/>
            <a:ext cx="4669166" cy="340407"/>
          </a:xfrm>
          <a:prstGeom prst="rect">
            <a:avLst/>
          </a:prstGeom>
          <a:noFill/>
        </p:spPr>
        <p:txBody>
          <a:bodyPr wrap="square" bIns="36195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1"/>
                </a:solidFill>
                <a:latin typeface="+mn-ea"/>
                <a:cs typeface="+mn-ea"/>
              </a:rPr>
              <a:t>智能食谱推荐助手的定义</a:t>
            </a:r>
            <a:endParaRPr lang="zh-CN" altLang="en-US" sz="20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7" name="矩形 6"/>
          <p:cNvSpPr/>
          <p:nvPr>
            <p:custDataLst>
              <p:tags r:id="rId8"/>
            </p:custDataLst>
          </p:nvPr>
        </p:nvSpPr>
        <p:spPr>
          <a:xfrm>
            <a:off x="1114138" y="2032685"/>
            <a:ext cx="4669166" cy="1084095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90170" tIns="46990" rIns="90170" bIns="4699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ln>
                  <a:noFill/>
                  <a:prstDash val="sysDot"/>
                </a:ln>
                <a:solidFill>
                  <a:schemeClr val="bg1"/>
                </a:solidFill>
                <a:latin typeface="+mn-ea"/>
                <a:cs typeface="+mn-ea"/>
                <a:sym typeface="+mn-ea"/>
              </a:rPr>
              <a:t>智能食谱推荐助手是一种利用人工智能技术，根据用户的饮食偏好、营养需求和食材库存，自动推荐个性化食谱的智能系统。</a:t>
            </a:r>
            <a:endParaRPr lang="zh-CN" altLang="en-US" sz="1400" dirty="0">
              <a:ln>
                <a:noFill/>
                <a:prstDash val="sysDot"/>
              </a:ln>
              <a:solidFill>
                <a:schemeClr val="bg1"/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8" name="直接连接符 7"/>
          <p:cNvCxnSpPr/>
          <p:nvPr>
            <p:custDataLst>
              <p:tags r:id="rId9"/>
            </p:custDataLst>
          </p:nvPr>
        </p:nvCxnSpPr>
        <p:spPr>
          <a:xfrm flipV="1">
            <a:off x="750867" y="2160972"/>
            <a:ext cx="9526" cy="976130"/>
          </a:xfrm>
          <a:prstGeom prst="line">
            <a:avLst/>
          </a:prstGeom>
          <a:ln>
            <a:solidFill>
              <a:schemeClr val="accent1"/>
            </a:solidFill>
            <a:prstDash val="dash"/>
            <a:headEnd type="triangle"/>
            <a:tailEnd type="none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cxnSp>
        <p:nvCxnSpPr>
          <p:cNvPr id="10" name="直接连接符 9"/>
          <p:cNvCxnSpPr/>
          <p:nvPr>
            <p:custDataLst>
              <p:tags r:id="rId10"/>
            </p:custDataLst>
          </p:nvPr>
        </p:nvCxnSpPr>
        <p:spPr>
          <a:xfrm flipV="1">
            <a:off x="741341" y="3713127"/>
            <a:ext cx="9526" cy="976130"/>
          </a:xfrm>
          <a:prstGeom prst="line">
            <a:avLst/>
          </a:prstGeom>
          <a:ln>
            <a:solidFill>
              <a:schemeClr val="accent1"/>
            </a:solidFill>
            <a:prstDash val="dash"/>
            <a:headEnd type="triangle"/>
            <a:tailEnd type="none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11" name="矩形 10"/>
          <p:cNvSpPr/>
          <p:nvPr>
            <p:custDataLst>
              <p:tags r:id="rId11"/>
            </p:custDataLst>
          </p:nvPr>
        </p:nvSpPr>
        <p:spPr>
          <a:xfrm>
            <a:off x="599081" y="3269201"/>
            <a:ext cx="408997" cy="332151"/>
          </a:xfrm>
          <a:prstGeom prst="rect">
            <a:avLst/>
          </a:prstGeom>
          <a:noFill/>
        </p:spPr>
        <p:txBody>
          <a:bodyPr wrap="none" lIns="0" tIns="36195" bIns="0" rtlCol="0" anchor="b" anchorCtr="0">
            <a:normAutofit fontScale="90000"/>
          </a:bodyPr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chemeClr val="accent1"/>
                </a:solidFill>
                <a:latin typeface="+mn-ea"/>
                <a:cs typeface="+mn-ea"/>
              </a:rPr>
              <a:t>02</a:t>
            </a:r>
            <a:endParaRPr lang="en-US" altLang="zh-CN" sz="20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2" name="矩形 11"/>
          <p:cNvSpPr/>
          <p:nvPr>
            <p:custDataLst>
              <p:tags r:id="rId12"/>
            </p:custDataLst>
          </p:nvPr>
        </p:nvSpPr>
        <p:spPr>
          <a:xfrm>
            <a:off x="1115408" y="3253323"/>
            <a:ext cx="4669166" cy="340407"/>
          </a:xfrm>
          <a:prstGeom prst="rect">
            <a:avLst/>
          </a:prstGeom>
          <a:noFill/>
        </p:spPr>
        <p:txBody>
          <a:bodyPr wrap="square" bIns="36195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1"/>
                </a:solidFill>
                <a:latin typeface="+mn-ea"/>
                <a:cs typeface="+mn-ea"/>
              </a:rPr>
              <a:t>智能食谱推荐助手的工作原理</a:t>
            </a:r>
            <a:endParaRPr lang="zh-CN" altLang="en-US" sz="20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3" name="矩形 12"/>
          <p:cNvSpPr/>
          <p:nvPr>
            <p:custDataLst>
              <p:tags r:id="rId13"/>
            </p:custDataLst>
          </p:nvPr>
        </p:nvSpPr>
        <p:spPr>
          <a:xfrm>
            <a:off x="1114138" y="3607702"/>
            <a:ext cx="4669166" cy="1084095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90170" tIns="46990" rIns="90170" bIns="4699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ln>
                  <a:noFill/>
                  <a:prstDash val="sysDot"/>
                </a:ln>
                <a:solidFill>
                  <a:schemeClr val="bg1"/>
                </a:solidFill>
                <a:latin typeface="+mn-ea"/>
                <a:cs typeface="+mn-ea"/>
                <a:sym typeface="+mn-ea"/>
              </a:rPr>
              <a:t>通过收集用户的饮食习惯和偏好数据，智能食谱推荐助手运用算法分析，实时生成符合用户需求的食谱建议。</a:t>
            </a:r>
            <a:endParaRPr lang="zh-CN" altLang="en-US" sz="1400" dirty="0">
              <a:ln>
                <a:noFill/>
                <a:prstDash val="sysDot"/>
              </a:ln>
              <a:solidFill>
                <a:schemeClr val="bg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4" name="矩形 13"/>
          <p:cNvSpPr/>
          <p:nvPr>
            <p:custDataLst>
              <p:tags r:id="rId14"/>
            </p:custDataLst>
          </p:nvPr>
        </p:nvSpPr>
        <p:spPr>
          <a:xfrm>
            <a:off x="599081" y="4844218"/>
            <a:ext cx="408997" cy="332151"/>
          </a:xfrm>
          <a:prstGeom prst="rect">
            <a:avLst/>
          </a:prstGeom>
          <a:noFill/>
        </p:spPr>
        <p:txBody>
          <a:bodyPr wrap="none" lIns="0" tIns="36195" bIns="0" rtlCol="0" anchor="b" anchorCtr="0">
            <a:normAutofit fontScale="90000"/>
          </a:bodyPr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chemeClr val="accent1"/>
                </a:solidFill>
                <a:latin typeface="+mn-ea"/>
                <a:cs typeface="+mn-ea"/>
              </a:rPr>
              <a:t>03</a:t>
            </a:r>
            <a:endParaRPr lang="en-US" altLang="zh-CN" sz="20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5" name="矩形 14"/>
          <p:cNvSpPr/>
          <p:nvPr>
            <p:custDataLst>
              <p:tags r:id="rId15"/>
            </p:custDataLst>
          </p:nvPr>
        </p:nvSpPr>
        <p:spPr>
          <a:xfrm>
            <a:off x="1115408" y="4828341"/>
            <a:ext cx="4669166" cy="340407"/>
          </a:xfrm>
          <a:prstGeom prst="rect">
            <a:avLst/>
          </a:prstGeom>
          <a:noFill/>
        </p:spPr>
        <p:txBody>
          <a:bodyPr wrap="square" bIns="36195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1"/>
                </a:solidFill>
                <a:latin typeface="+mn-ea"/>
                <a:cs typeface="+mn-ea"/>
              </a:rPr>
              <a:t>智能食谱推荐助手的应用场景</a:t>
            </a:r>
            <a:endParaRPr lang="zh-CN" altLang="en-US" sz="20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6" name="矩形 15"/>
          <p:cNvSpPr/>
          <p:nvPr>
            <p:custDataLst>
              <p:tags r:id="rId16"/>
            </p:custDataLst>
          </p:nvPr>
        </p:nvSpPr>
        <p:spPr>
          <a:xfrm>
            <a:off x="1114138" y="5182720"/>
            <a:ext cx="4669166" cy="1084095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90170" tIns="46990" rIns="90170" bIns="4699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ln>
                  <a:noFill/>
                  <a:prstDash val="sysDot"/>
                </a:ln>
                <a:solidFill>
                  <a:schemeClr val="bg1"/>
                </a:solidFill>
                <a:latin typeface="+mn-ea"/>
                <a:cs typeface="+mn-ea"/>
                <a:sym typeface="+mn-ea"/>
              </a:rPr>
              <a:t>智能食谱推荐助手广泛应用于家庭厨房、健康餐饮、食品零售等领域，帮助用户高效规划饮食，提升生活质量</a:t>
            </a:r>
            <a:r>
              <a:rPr lang="zh-CN" alt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。</a:t>
            </a:r>
            <a:endParaRPr lang="zh-CN" altLang="en-US" sz="14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C:/Users/Andy/AppData/Roaming/Kingsoft/office6/wppai/generateppt/c6971cba39588862844856442a3b42f0.jpgc6971cba39588862844856442a3b42f0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rcRect l="3298" r="3298"/>
          <a:stretch>
            <a:fillRect/>
          </a:stretch>
        </p:blipFill>
        <p:spPr>
          <a:xfrm>
            <a:off x="931235" y="1978821"/>
            <a:ext cx="2385831" cy="2543787"/>
          </a:xfrm>
          <a:custGeom>
            <a:avLst/>
            <a:gdLst>
              <a:gd name="connsiteX0" fmla="*/ 1192796 w 2385858"/>
              <a:gd name="connsiteY0" fmla="*/ 1 h 2543816"/>
              <a:gd name="connsiteX1" fmla="*/ 1272318 w 2385858"/>
              <a:gd name="connsiteY1" fmla="*/ 19128 h 2543816"/>
              <a:gd name="connsiteX2" fmla="*/ 2287571 w 2385858"/>
              <a:gd name="connsiteY2" fmla="*/ 526755 h 2543816"/>
              <a:gd name="connsiteX3" fmla="*/ 2385858 w 2385858"/>
              <a:gd name="connsiteY3" fmla="*/ 685784 h 2543816"/>
              <a:gd name="connsiteX4" fmla="*/ 2385858 w 2385858"/>
              <a:gd name="connsiteY4" fmla="*/ 1858059 h 2543816"/>
              <a:gd name="connsiteX5" fmla="*/ 2287573 w 2385858"/>
              <a:gd name="connsiteY5" fmla="*/ 2017061 h 2543816"/>
              <a:gd name="connsiteX6" fmla="*/ 1272320 w 2385858"/>
              <a:gd name="connsiteY6" fmla="*/ 2524688 h 2543816"/>
              <a:gd name="connsiteX7" fmla="*/ 1113274 w 2385858"/>
              <a:gd name="connsiteY7" fmla="*/ 2524689 h 2543816"/>
              <a:gd name="connsiteX8" fmla="*/ 98021 w 2385858"/>
              <a:gd name="connsiteY8" fmla="*/ 2017062 h 2543816"/>
              <a:gd name="connsiteX9" fmla="*/ 6388 w 2385858"/>
              <a:gd name="connsiteY9" fmla="*/ 1907727 h 2543816"/>
              <a:gd name="connsiteX10" fmla="*/ 0 w 2385858"/>
              <a:gd name="connsiteY10" fmla="*/ 1860013 h 2543816"/>
              <a:gd name="connsiteX11" fmla="*/ 0 w 2385858"/>
              <a:gd name="connsiteY11" fmla="*/ 683779 h 2543816"/>
              <a:gd name="connsiteX12" fmla="*/ 6388 w 2385858"/>
              <a:gd name="connsiteY12" fmla="*/ 636070 h 2543816"/>
              <a:gd name="connsiteX13" fmla="*/ 98020 w 2385858"/>
              <a:gd name="connsiteY13" fmla="*/ 526756 h 2543816"/>
              <a:gd name="connsiteX14" fmla="*/ 1113272 w 2385858"/>
              <a:gd name="connsiteY14" fmla="*/ 19129 h 2543816"/>
              <a:gd name="connsiteX15" fmla="*/ 1192796 w 2385858"/>
              <a:gd name="connsiteY15" fmla="*/ 1 h 2543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385858" h="2543816">
                <a:moveTo>
                  <a:pt x="1192796" y="1"/>
                </a:moveTo>
                <a:cubicBezTo>
                  <a:pt x="1219805" y="0"/>
                  <a:pt x="1246814" y="6376"/>
                  <a:pt x="1272318" y="19128"/>
                </a:cubicBezTo>
                <a:cubicBezTo>
                  <a:pt x="1323325" y="44631"/>
                  <a:pt x="2225671" y="495804"/>
                  <a:pt x="2287571" y="526755"/>
                </a:cubicBezTo>
                <a:cubicBezTo>
                  <a:pt x="2349472" y="557705"/>
                  <a:pt x="2385859" y="616577"/>
                  <a:pt x="2385858" y="685784"/>
                </a:cubicBezTo>
                <a:cubicBezTo>
                  <a:pt x="2385859" y="754990"/>
                  <a:pt x="2385859" y="1788853"/>
                  <a:pt x="2385858" y="1858059"/>
                </a:cubicBezTo>
                <a:cubicBezTo>
                  <a:pt x="2385859" y="1927266"/>
                  <a:pt x="2349475" y="1986111"/>
                  <a:pt x="2287573" y="2017061"/>
                </a:cubicBezTo>
                <a:cubicBezTo>
                  <a:pt x="2225674" y="2048011"/>
                  <a:pt x="1323328" y="2499184"/>
                  <a:pt x="1272320" y="2524688"/>
                </a:cubicBezTo>
                <a:cubicBezTo>
                  <a:pt x="1221314" y="2550192"/>
                  <a:pt x="1164282" y="2550193"/>
                  <a:pt x="1113274" y="2524689"/>
                </a:cubicBezTo>
                <a:cubicBezTo>
                  <a:pt x="1062268" y="2499185"/>
                  <a:pt x="159923" y="2048013"/>
                  <a:pt x="98021" y="2017062"/>
                </a:cubicBezTo>
                <a:cubicBezTo>
                  <a:pt x="51597" y="1993850"/>
                  <a:pt x="19524" y="1954932"/>
                  <a:pt x="6388" y="1907727"/>
                </a:cubicBezTo>
                <a:lnTo>
                  <a:pt x="0" y="1860013"/>
                </a:lnTo>
                <a:lnTo>
                  <a:pt x="0" y="683779"/>
                </a:lnTo>
                <a:lnTo>
                  <a:pt x="6388" y="636070"/>
                </a:lnTo>
                <a:cubicBezTo>
                  <a:pt x="19523" y="588872"/>
                  <a:pt x="51595" y="549969"/>
                  <a:pt x="98020" y="526756"/>
                </a:cubicBezTo>
                <a:cubicBezTo>
                  <a:pt x="159921" y="495805"/>
                  <a:pt x="1062266" y="44632"/>
                  <a:pt x="1113272" y="19129"/>
                </a:cubicBezTo>
                <a:cubicBezTo>
                  <a:pt x="1138777" y="6377"/>
                  <a:pt x="1165786" y="1"/>
                  <a:pt x="1192796" y="1"/>
                </a:cubicBezTo>
                <a:close/>
              </a:path>
            </a:pathLst>
          </a:cu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1" name="矩形 10"/>
          <p:cNvSpPr/>
          <p:nvPr>
            <p:custDataLst>
              <p:tags r:id="rId3"/>
            </p:custDataLst>
          </p:nvPr>
        </p:nvSpPr>
        <p:spPr>
          <a:xfrm>
            <a:off x="1049343" y="5169024"/>
            <a:ext cx="2160245" cy="108837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kern="0" dirty="0">
                <a:solidFill>
                  <a:schemeClr val="bg1"/>
                </a:solidFill>
                <a:latin typeface="+mn-ea"/>
                <a:cs typeface="+mn-ea"/>
              </a:rPr>
              <a:t>随着人们健康意识的提升，智能食谱推荐助手帮助用户制定个性化健康饮食计划。</a:t>
            </a:r>
            <a:endParaRPr lang="zh-CN" altLang="en-US" sz="1400" kern="0" dirty="0">
              <a:solidFill>
                <a:schemeClr val="bg1"/>
              </a:solidFill>
              <a:latin typeface="+mn-ea"/>
              <a:cs typeface="+mn-ea"/>
            </a:endParaRP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1049343" y="4712465"/>
            <a:ext cx="2160245" cy="421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0">
                <a:solidFill>
                  <a:schemeClr val="accent1"/>
                </a:solidFill>
                <a:latin typeface="+mn-ea"/>
                <a:cs typeface="+mn-ea"/>
              </a:rPr>
              <a:t>健康饮食趋势</a:t>
            </a:r>
            <a:endParaRPr lang="zh-CN" altLang="en-US" sz="2000" b="1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5"/>
            </p:custDataLst>
          </p:nvPr>
        </p:nvPicPr>
        <p:blipFill rotWithShape="1">
          <a:blip r:embed="rId6" cstate="print"/>
          <a:stretch>
            <a:fillRect/>
          </a:stretch>
        </p:blipFill>
        <p:spPr>
          <a:xfrm>
            <a:off x="3575345" y="1978821"/>
            <a:ext cx="2385831" cy="2543787"/>
          </a:xfrm>
          <a:custGeom>
            <a:avLst/>
            <a:gdLst>
              <a:gd name="connsiteX0" fmla="*/ 1192796 w 2385858"/>
              <a:gd name="connsiteY0" fmla="*/ 1 h 2543816"/>
              <a:gd name="connsiteX1" fmla="*/ 1272318 w 2385858"/>
              <a:gd name="connsiteY1" fmla="*/ 19128 h 2543816"/>
              <a:gd name="connsiteX2" fmla="*/ 2287571 w 2385858"/>
              <a:gd name="connsiteY2" fmla="*/ 526755 h 2543816"/>
              <a:gd name="connsiteX3" fmla="*/ 2385858 w 2385858"/>
              <a:gd name="connsiteY3" fmla="*/ 685784 h 2543816"/>
              <a:gd name="connsiteX4" fmla="*/ 2385858 w 2385858"/>
              <a:gd name="connsiteY4" fmla="*/ 1858059 h 2543816"/>
              <a:gd name="connsiteX5" fmla="*/ 2287573 w 2385858"/>
              <a:gd name="connsiteY5" fmla="*/ 2017061 h 2543816"/>
              <a:gd name="connsiteX6" fmla="*/ 1272320 w 2385858"/>
              <a:gd name="connsiteY6" fmla="*/ 2524688 h 2543816"/>
              <a:gd name="connsiteX7" fmla="*/ 1113274 w 2385858"/>
              <a:gd name="connsiteY7" fmla="*/ 2524689 h 2543816"/>
              <a:gd name="connsiteX8" fmla="*/ 98021 w 2385858"/>
              <a:gd name="connsiteY8" fmla="*/ 2017062 h 2543816"/>
              <a:gd name="connsiteX9" fmla="*/ 6388 w 2385858"/>
              <a:gd name="connsiteY9" fmla="*/ 1907727 h 2543816"/>
              <a:gd name="connsiteX10" fmla="*/ 0 w 2385858"/>
              <a:gd name="connsiteY10" fmla="*/ 1860013 h 2543816"/>
              <a:gd name="connsiteX11" fmla="*/ 0 w 2385858"/>
              <a:gd name="connsiteY11" fmla="*/ 683779 h 2543816"/>
              <a:gd name="connsiteX12" fmla="*/ 6388 w 2385858"/>
              <a:gd name="connsiteY12" fmla="*/ 636070 h 2543816"/>
              <a:gd name="connsiteX13" fmla="*/ 98020 w 2385858"/>
              <a:gd name="connsiteY13" fmla="*/ 526756 h 2543816"/>
              <a:gd name="connsiteX14" fmla="*/ 1113272 w 2385858"/>
              <a:gd name="connsiteY14" fmla="*/ 19129 h 2543816"/>
              <a:gd name="connsiteX15" fmla="*/ 1192796 w 2385858"/>
              <a:gd name="connsiteY15" fmla="*/ 1 h 2543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385858" h="2543816">
                <a:moveTo>
                  <a:pt x="1192796" y="1"/>
                </a:moveTo>
                <a:cubicBezTo>
                  <a:pt x="1219805" y="0"/>
                  <a:pt x="1246814" y="6376"/>
                  <a:pt x="1272318" y="19128"/>
                </a:cubicBezTo>
                <a:cubicBezTo>
                  <a:pt x="1323325" y="44631"/>
                  <a:pt x="2225671" y="495804"/>
                  <a:pt x="2287571" y="526755"/>
                </a:cubicBezTo>
                <a:cubicBezTo>
                  <a:pt x="2349472" y="557705"/>
                  <a:pt x="2385859" y="616577"/>
                  <a:pt x="2385858" y="685784"/>
                </a:cubicBezTo>
                <a:cubicBezTo>
                  <a:pt x="2385859" y="754990"/>
                  <a:pt x="2385859" y="1788853"/>
                  <a:pt x="2385858" y="1858059"/>
                </a:cubicBezTo>
                <a:cubicBezTo>
                  <a:pt x="2385859" y="1927266"/>
                  <a:pt x="2349475" y="1986111"/>
                  <a:pt x="2287573" y="2017061"/>
                </a:cubicBezTo>
                <a:cubicBezTo>
                  <a:pt x="2225674" y="2048011"/>
                  <a:pt x="1323328" y="2499184"/>
                  <a:pt x="1272320" y="2524688"/>
                </a:cubicBezTo>
                <a:cubicBezTo>
                  <a:pt x="1221314" y="2550192"/>
                  <a:pt x="1164282" y="2550193"/>
                  <a:pt x="1113274" y="2524689"/>
                </a:cubicBezTo>
                <a:cubicBezTo>
                  <a:pt x="1062268" y="2499185"/>
                  <a:pt x="159923" y="2048013"/>
                  <a:pt x="98021" y="2017062"/>
                </a:cubicBezTo>
                <a:cubicBezTo>
                  <a:pt x="51597" y="1993850"/>
                  <a:pt x="19524" y="1954932"/>
                  <a:pt x="6388" y="1907727"/>
                </a:cubicBezTo>
                <a:lnTo>
                  <a:pt x="0" y="1860013"/>
                </a:lnTo>
                <a:lnTo>
                  <a:pt x="0" y="683779"/>
                </a:lnTo>
                <a:lnTo>
                  <a:pt x="6388" y="636070"/>
                </a:lnTo>
                <a:cubicBezTo>
                  <a:pt x="19523" y="588872"/>
                  <a:pt x="51595" y="549969"/>
                  <a:pt x="98020" y="526756"/>
                </a:cubicBezTo>
                <a:cubicBezTo>
                  <a:pt x="159921" y="495805"/>
                  <a:pt x="1062266" y="44632"/>
                  <a:pt x="1113272" y="19129"/>
                </a:cubicBezTo>
                <a:cubicBezTo>
                  <a:pt x="1138777" y="6377"/>
                  <a:pt x="1165786" y="1"/>
                  <a:pt x="1192796" y="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5" name="矩形 14"/>
          <p:cNvSpPr/>
          <p:nvPr>
            <p:custDataLst>
              <p:tags r:id="rId7"/>
            </p:custDataLst>
          </p:nvPr>
        </p:nvSpPr>
        <p:spPr>
          <a:xfrm>
            <a:off x="3693453" y="5169024"/>
            <a:ext cx="2160245" cy="108837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kern="0" dirty="0">
                <a:solidFill>
                  <a:schemeClr val="bg1"/>
                </a:solidFill>
                <a:latin typeface="+mn-ea"/>
                <a:cs typeface="+mn-ea"/>
              </a:rPr>
              <a:t>人工智能和大数据技术的发展，使得智能食谱推荐助手能够更准确地预测用户口味。</a:t>
            </a:r>
            <a:endParaRPr lang="zh-CN" altLang="en-US" sz="1400" kern="0" dirty="0">
              <a:solidFill>
                <a:schemeClr val="bg1"/>
              </a:solidFill>
              <a:latin typeface="+mn-ea"/>
              <a:cs typeface="+mn-ea"/>
            </a:endParaRPr>
          </a:p>
        </p:txBody>
      </p:sp>
      <p:sp>
        <p:nvSpPr>
          <p:cNvPr id="16" name="矩形 15"/>
          <p:cNvSpPr/>
          <p:nvPr>
            <p:custDataLst>
              <p:tags r:id="rId8"/>
            </p:custDataLst>
          </p:nvPr>
        </p:nvSpPr>
        <p:spPr>
          <a:xfrm>
            <a:off x="3693453" y="4712465"/>
            <a:ext cx="2160245" cy="421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0" dirty="0">
                <a:solidFill>
                  <a:schemeClr val="accent1"/>
                </a:solidFill>
                <a:latin typeface="+mn-ea"/>
                <a:cs typeface="+mn-ea"/>
              </a:rPr>
              <a:t>技术进步推动</a:t>
            </a:r>
            <a:endParaRPr lang="zh-CN" altLang="en-US" sz="2000" b="1" kern="0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20" t="1934" r="19952" b="1934"/>
          <a:stretch>
            <a:fillRect/>
          </a:stretch>
        </p:blipFill>
        <p:spPr>
          <a:xfrm>
            <a:off x="6219455" y="1978821"/>
            <a:ext cx="2385831" cy="2543787"/>
          </a:xfrm>
          <a:custGeom>
            <a:avLst/>
            <a:gdLst>
              <a:gd name="connsiteX0" fmla="*/ 1192796 w 2385858"/>
              <a:gd name="connsiteY0" fmla="*/ 1 h 2543816"/>
              <a:gd name="connsiteX1" fmla="*/ 1272318 w 2385858"/>
              <a:gd name="connsiteY1" fmla="*/ 19128 h 2543816"/>
              <a:gd name="connsiteX2" fmla="*/ 2287571 w 2385858"/>
              <a:gd name="connsiteY2" fmla="*/ 526755 h 2543816"/>
              <a:gd name="connsiteX3" fmla="*/ 2385858 w 2385858"/>
              <a:gd name="connsiteY3" fmla="*/ 685784 h 2543816"/>
              <a:gd name="connsiteX4" fmla="*/ 2385858 w 2385858"/>
              <a:gd name="connsiteY4" fmla="*/ 1858059 h 2543816"/>
              <a:gd name="connsiteX5" fmla="*/ 2287573 w 2385858"/>
              <a:gd name="connsiteY5" fmla="*/ 2017061 h 2543816"/>
              <a:gd name="connsiteX6" fmla="*/ 1272320 w 2385858"/>
              <a:gd name="connsiteY6" fmla="*/ 2524688 h 2543816"/>
              <a:gd name="connsiteX7" fmla="*/ 1113274 w 2385858"/>
              <a:gd name="connsiteY7" fmla="*/ 2524689 h 2543816"/>
              <a:gd name="connsiteX8" fmla="*/ 98021 w 2385858"/>
              <a:gd name="connsiteY8" fmla="*/ 2017062 h 2543816"/>
              <a:gd name="connsiteX9" fmla="*/ 6388 w 2385858"/>
              <a:gd name="connsiteY9" fmla="*/ 1907727 h 2543816"/>
              <a:gd name="connsiteX10" fmla="*/ 0 w 2385858"/>
              <a:gd name="connsiteY10" fmla="*/ 1860013 h 2543816"/>
              <a:gd name="connsiteX11" fmla="*/ 0 w 2385858"/>
              <a:gd name="connsiteY11" fmla="*/ 683779 h 2543816"/>
              <a:gd name="connsiteX12" fmla="*/ 6388 w 2385858"/>
              <a:gd name="connsiteY12" fmla="*/ 636070 h 2543816"/>
              <a:gd name="connsiteX13" fmla="*/ 98020 w 2385858"/>
              <a:gd name="connsiteY13" fmla="*/ 526756 h 2543816"/>
              <a:gd name="connsiteX14" fmla="*/ 1113272 w 2385858"/>
              <a:gd name="connsiteY14" fmla="*/ 19129 h 2543816"/>
              <a:gd name="connsiteX15" fmla="*/ 1192796 w 2385858"/>
              <a:gd name="connsiteY15" fmla="*/ 1 h 2543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385858" h="2543816">
                <a:moveTo>
                  <a:pt x="1192796" y="1"/>
                </a:moveTo>
                <a:cubicBezTo>
                  <a:pt x="1219805" y="0"/>
                  <a:pt x="1246814" y="6376"/>
                  <a:pt x="1272318" y="19128"/>
                </a:cubicBezTo>
                <a:cubicBezTo>
                  <a:pt x="1323325" y="44631"/>
                  <a:pt x="2225671" y="495804"/>
                  <a:pt x="2287571" y="526755"/>
                </a:cubicBezTo>
                <a:cubicBezTo>
                  <a:pt x="2349472" y="557705"/>
                  <a:pt x="2385859" y="616577"/>
                  <a:pt x="2385858" y="685784"/>
                </a:cubicBezTo>
                <a:cubicBezTo>
                  <a:pt x="2385859" y="754990"/>
                  <a:pt x="2385859" y="1788853"/>
                  <a:pt x="2385858" y="1858059"/>
                </a:cubicBezTo>
                <a:cubicBezTo>
                  <a:pt x="2385859" y="1927266"/>
                  <a:pt x="2349475" y="1986111"/>
                  <a:pt x="2287573" y="2017061"/>
                </a:cubicBezTo>
                <a:cubicBezTo>
                  <a:pt x="2225674" y="2048011"/>
                  <a:pt x="1323328" y="2499184"/>
                  <a:pt x="1272320" y="2524688"/>
                </a:cubicBezTo>
                <a:cubicBezTo>
                  <a:pt x="1221314" y="2550192"/>
                  <a:pt x="1164282" y="2550193"/>
                  <a:pt x="1113274" y="2524689"/>
                </a:cubicBezTo>
                <a:cubicBezTo>
                  <a:pt x="1062268" y="2499185"/>
                  <a:pt x="159923" y="2048013"/>
                  <a:pt x="98021" y="2017062"/>
                </a:cubicBezTo>
                <a:cubicBezTo>
                  <a:pt x="51597" y="1993850"/>
                  <a:pt x="19524" y="1954932"/>
                  <a:pt x="6388" y="1907727"/>
                </a:cubicBezTo>
                <a:lnTo>
                  <a:pt x="0" y="1860013"/>
                </a:lnTo>
                <a:lnTo>
                  <a:pt x="0" y="683779"/>
                </a:lnTo>
                <a:lnTo>
                  <a:pt x="6388" y="636070"/>
                </a:lnTo>
                <a:cubicBezTo>
                  <a:pt x="19523" y="588872"/>
                  <a:pt x="51595" y="549969"/>
                  <a:pt x="98020" y="526756"/>
                </a:cubicBezTo>
                <a:cubicBezTo>
                  <a:pt x="159921" y="495805"/>
                  <a:pt x="1062266" y="44632"/>
                  <a:pt x="1113272" y="19129"/>
                </a:cubicBezTo>
                <a:cubicBezTo>
                  <a:pt x="1138777" y="6377"/>
                  <a:pt x="1165786" y="1"/>
                  <a:pt x="1192796" y="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1" name="矩形 20"/>
          <p:cNvSpPr/>
          <p:nvPr>
            <p:custDataLst>
              <p:tags r:id="rId11"/>
            </p:custDataLst>
          </p:nvPr>
        </p:nvSpPr>
        <p:spPr>
          <a:xfrm>
            <a:off x="6337563" y="5169024"/>
            <a:ext cx="2160245" cy="108837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kern="0">
                <a:solidFill>
                  <a:schemeClr val="bg1"/>
                </a:solidFill>
                <a:latin typeface="+mn-ea"/>
                <a:cs typeface="+mn-ea"/>
              </a:rPr>
              <a:t>面对琳琅满目的食材和食谱，智能食谱推荐助手为用户提供了便捷的解决方案。</a:t>
            </a:r>
            <a:endParaRPr lang="zh-CN" altLang="en-US" sz="1400" kern="0">
              <a:solidFill>
                <a:schemeClr val="bg1"/>
              </a:solidFill>
              <a:latin typeface="+mn-ea"/>
              <a:cs typeface="+mn-ea"/>
            </a:endParaRPr>
          </a:p>
        </p:txBody>
      </p:sp>
      <p:sp>
        <p:nvSpPr>
          <p:cNvPr id="22" name="矩形 21"/>
          <p:cNvSpPr/>
          <p:nvPr>
            <p:custDataLst>
              <p:tags r:id="rId12"/>
            </p:custDataLst>
          </p:nvPr>
        </p:nvSpPr>
        <p:spPr>
          <a:xfrm>
            <a:off x="6337563" y="4712465"/>
            <a:ext cx="2160245" cy="421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0">
                <a:solidFill>
                  <a:schemeClr val="accent1"/>
                </a:solidFill>
                <a:latin typeface="+mn-ea"/>
                <a:cs typeface="+mn-ea"/>
              </a:rPr>
              <a:t>解决饮食选择困难</a:t>
            </a:r>
            <a:endParaRPr lang="zh-CN" altLang="en-US" sz="2000" b="1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13"/>
            </p:custDataLst>
          </p:nvPr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1" t="2695" r="25041" b="2695"/>
          <a:stretch>
            <a:fillRect/>
          </a:stretch>
        </p:blipFill>
        <p:spPr>
          <a:xfrm>
            <a:off x="8869279" y="1978821"/>
            <a:ext cx="2386096" cy="2543787"/>
          </a:xfrm>
          <a:custGeom>
            <a:avLst/>
            <a:gdLst>
              <a:gd name="connsiteX0" fmla="*/ 1193060 w 2386123"/>
              <a:gd name="connsiteY0" fmla="*/ 1 h 2543816"/>
              <a:gd name="connsiteX1" fmla="*/ 1272583 w 2386123"/>
              <a:gd name="connsiteY1" fmla="*/ 19128 h 2543816"/>
              <a:gd name="connsiteX2" fmla="*/ 2287836 w 2386123"/>
              <a:gd name="connsiteY2" fmla="*/ 526755 h 2543816"/>
              <a:gd name="connsiteX3" fmla="*/ 2386123 w 2386123"/>
              <a:gd name="connsiteY3" fmla="*/ 685784 h 2543816"/>
              <a:gd name="connsiteX4" fmla="*/ 2386123 w 2386123"/>
              <a:gd name="connsiteY4" fmla="*/ 1858059 h 2543816"/>
              <a:gd name="connsiteX5" fmla="*/ 2287838 w 2386123"/>
              <a:gd name="connsiteY5" fmla="*/ 2017061 h 2543816"/>
              <a:gd name="connsiteX6" fmla="*/ 1272585 w 2386123"/>
              <a:gd name="connsiteY6" fmla="*/ 2524688 h 2543816"/>
              <a:gd name="connsiteX7" fmla="*/ 1113539 w 2386123"/>
              <a:gd name="connsiteY7" fmla="*/ 2524689 h 2543816"/>
              <a:gd name="connsiteX8" fmla="*/ 98286 w 2386123"/>
              <a:gd name="connsiteY8" fmla="*/ 2017062 h 2543816"/>
              <a:gd name="connsiteX9" fmla="*/ 0 w 2386123"/>
              <a:gd name="connsiteY9" fmla="*/ 1858034 h 2543816"/>
              <a:gd name="connsiteX10" fmla="*/ 0 w 2386123"/>
              <a:gd name="connsiteY10" fmla="*/ 685758 h 2543816"/>
              <a:gd name="connsiteX11" fmla="*/ 98285 w 2386123"/>
              <a:gd name="connsiteY11" fmla="*/ 526756 h 2543816"/>
              <a:gd name="connsiteX12" fmla="*/ 1113537 w 2386123"/>
              <a:gd name="connsiteY12" fmla="*/ 19129 h 2543816"/>
              <a:gd name="connsiteX13" fmla="*/ 1193060 w 2386123"/>
              <a:gd name="connsiteY13" fmla="*/ 1 h 2543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86123" h="2543816">
                <a:moveTo>
                  <a:pt x="1193060" y="1"/>
                </a:moveTo>
                <a:cubicBezTo>
                  <a:pt x="1220070" y="0"/>
                  <a:pt x="1247079" y="6376"/>
                  <a:pt x="1272583" y="19128"/>
                </a:cubicBezTo>
                <a:cubicBezTo>
                  <a:pt x="1323590" y="44631"/>
                  <a:pt x="2225936" y="495804"/>
                  <a:pt x="2287836" y="526755"/>
                </a:cubicBezTo>
                <a:cubicBezTo>
                  <a:pt x="2349737" y="557705"/>
                  <a:pt x="2386124" y="616577"/>
                  <a:pt x="2386123" y="685784"/>
                </a:cubicBezTo>
                <a:cubicBezTo>
                  <a:pt x="2386124" y="754990"/>
                  <a:pt x="2386124" y="1788853"/>
                  <a:pt x="2386123" y="1858059"/>
                </a:cubicBezTo>
                <a:cubicBezTo>
                  <a:pt x="2386124" y="1927266"/>
                  <a:pt x="2349740" y="1986111"/>
                  <a:pt x="2287838" y="2017061"/>
                </a:cubicBezTo>
                <a:cubicBezTo>
                  <a:pt x="2225939" y="2048011"/>
                  <a:pt x="1323593" y="2499184"/>
                  <a:pt x="1272585" y="2524688"/>
                </a:cubicBezTo>
                <a:cubicBezTo>
                  <a:pt x="1221579" y="2550192"/>
                  <a:pt x="1164547" y="2550193"/>
                  <a:pt x="1113539" y="2524689"/>
                </a:cubicBezTo>
                <a:cubicBezTo>
                  <a:pt x="1062533" y="2499185"/>
                  <a:pt x="160188" y="2048013"/>
                  <a:pt x="98286" y="2017062"/>
                </a:cubicBezTo>
                <a:cubicBezTo>
                  <a:pt x="36387" y="1986112"/>
                  <a:pt x="1" y="1927241"/>
                  <a:pt x="0" y="1858034"/>
                </a:cubicBezTo>
                <a:cubicBezTo>
                  <a:pt x="1" y="1788827"/>
                  <a:pt x="1" y="754964"/>
                  <a:pt x="0" y="685758"/>
                </a:cubicBezTo>
                <a:cubicBezTo>
                  <a:pt x="1" y="616551"/>
                  <a:pt x="36385" y="557706"/>
                  <a:pt x="98285" y="526756"/>
                </a:cubicBezTo>
                <a:cubicBezTo>
                  <a:pt x="160186" y="495805"/>
                  <a:pt x="1062531" y="44632"/>
                  <a:pt x="1113537" y="19129"/>
                </a:cubicBezTo>
                <a:cubicBezTo>
                  <a:pt x="1139042" y="6377"/>
                  <a:pt x="1166051" y="1"/>
                  <a:pt x="1193060" y="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4" name="矩形 23"/>
          <p:cNvSpPr/>
          <p:nvPr>
            <p:custDataLst>
              <p:tags r:id="rId15"/>
            </p:custDataLst>
          </p:nvPr>
        </p:nvSpPr>
        <p:spPr>
          <a:xfrm>
            <a:off x="8981673" y="5169024"/>
            <a:ext cx="2160246" cy="108837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kern="0">
                <a:solidFill>
                  <a:schemeClr val="bg1"/>
                </a:solidFill>
                <a:latin typeface="+mn-ea"/>
                <a:cs typeface="+mn-ea"/>
              </a:rPr>
              <a:t>智能食谱推荐助手的出现，推动了食品产业向个性化和智能化方向发展。</a:t>
            </a:r>
            <a:endParaRPr lang="zh-CN" altLang="en-US" sz="1400" kern="0">
              <a:solidFill>
                <a:schemeClr val="bg1"/>
              </a:solidFill>
              <a:latin typeface="+mn-ea"/>
              <a:cs typeface="+mn-ea"/>
            </a:endParaRPr>
          </a:p>
        </p:txBody>
      </p:sp>
      <p:sp>
        <p:nvSpPr>
          <p:cNvPr id="25" name="矩形 24"/>
          <p:cNvSpPr/>
          <p:nvPr>
            <p:custDataLst>
              <p:tags r:id="rId16"/>
            </p:custDataLst>
          </p:nvPr>
        </p:nvSpPr>
        <p:spPr>
          <a:xfrm>
            <a:off x="8981673" y="4712465"/>
            <a:ext cx="2160246" cy="421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0">
                <a:solidFill>
                  <a:schemeClr val="accent1"/>
                </a:solidFill>
                <a:latin typeface="+mn-ea"/>
                <a:cs typeface="+mn-ea"/>
              </a:rPr>
              <a:t>促进食品产业创新</a:t>
            </a:r>
            <a:endParaRPr lang="zh-CN" altLang="en-US" sz="2000" b="1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60" name="文本框 59"/>
          <p:cNvSpPr txBox="1"/>
          <p:nvPr>
            <p:custDataLst>
              <p:tags r:id="rId17"/>
            </p:custDataLst>
          </p:nvPr>
        </p:nvSpPr>
        <p:spPr>
          <a:xfrm>
            <a:off x="1588517" y="551937"/>
            <a:ext cx="2316480" cy="52197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pPr algn="l"/>
            <a:r>
              <a:rPr lang="zh-CN" altLang="en-US" sz="2800" dirty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发展背景与意义</a:t>
            </a:r>
            <a:endParaRPr lang="zh-CN" altLang="en-US" sz="2800" dirty="0">
              <a:solidFill>
                <a:schemeClr val="bg1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</p:spTree>
    <p:custDataLst>
      <p:tags r:id="rId18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 flipH="1">
            <a:off x="4927600" y="1532382"/>
            <a:ext cx="2336800" cy="2323656"/>
          </a:xfrm>
          <a:prstGeom prst="rect">
            <a:avLst/>
          </a:prstGeom>
        </p:spPr>
      </p:pic>
      <p:sp>
        <p:nvSpPr>
          <p:cNvPr id="4" name="椭圆 3"/>
          <p:cNvSpPr/>
          <p:nvPr>
            <p:custDataLst>
              <p:tags r:id="rId3"/>
            </p:custDataLst>
          </p:nvPr>
        </p:nvSpPr>
        <p:spPr>
          <a:xfrm>
            <a:off x="5273040" y="1871250"/>
            <a:ext cx="1645920" cy="1645920"/>
          </a:xfrm>
          <a:prstGeom prst="ellipse">
            <a:avLst/>
          </a:prstGeom>
          <a:solidFill>
            <a:srgbClr val="00265E">
              <a:alpha val="29000"/>
            </a:srgbClr>
          </a:solidFill>
          <a:ln w="38100">
            <a:gradFill flip="none" rotWithShape="1">
              <a:gsLst>
                <a:gs pos="0">
                  <a:srgbClr val="24DBFD"/>
                </a:gs>
                <a:gs pos="100000">
                  <a:srgbClr val="002FFC"/>
                </a:gs>
              </a:gsLst>
              <a:lin ang="27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>
            <p:custDataLst>
              <p:tags r:id="rId4"/>
            </p:custDataLst>
          </p:nvPr>
        </p:nvSpPr>
        <p:spPr>
          <a:xfrm>
            <a:off x="5530628" y="2128838"/>
            <a:ext cx="1130744" cy="1130744"/>
          </a:xfrm>
          <a:prstGeom prst="ellipse">
            <a:avLst/>
          </a:prstGeom>
          <a:solidFill>
            <a:srgbClr val="0026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5530628" y="2278712"/>
            <a:ext cx="1130744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4800" dirty="0">
                <a:gradFill>
                  <a:gsLst>
                    <a:gs pos="0">
                      <a:srgbClr val="002FFC"/>
                    </a:gs>
                    <a:gs pos="100000">
                      <a:srgbClr val="24DBFD"/>
                    </a:gs>
                  </a:gsLst>
                  <a:lin ang="2700000" scaled="1"/>
                </a:gradFill>
                <a:latin typeface="Agency FB" panose="020B0503020202020204" pitchFamily="34" charset="0"/>
                <a:ea typeface="时尚中黑简体" panose="01010104010101010101" pitchFamily="2" charset="-122"/>
              </a:rPr>
              <a:t>02</a:t>
            </a:r>
            <a:endParaRPr lang="en-US" altLang="zh-CN" sz="4800" dirty="0">
              <a:gradFill>
                <a:gsLst>
                  <a:gs pos="0">
                    <a:srgbClr val="002FFC"/>
                  </a:gs>
                  <a:gs pos="100000">
                    <a:srgbClr val="24DBFD"/>
                  </a:gs>
                </a:gsLst>
                <a:lin ang="2700000" scaled="1"/>
              </a:gradFill>
              <a:latin typeface="Agency FB" panose="020B0503020202020204" pitchFamily="34" charset="0"/>
              <a:ea typeface="时尚中黑简体" panose="01010104010101010101" pitchFamily="2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3860800" y="4159905"/>
            <a:ext cx="4470400" cy="13220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4000" dirty="0">
                <a:gradFill>
                  <a:gsLst>
                    <a:gs pos="0">
                      <a:srgbClr val="002FFC"/>
                    </a:gs>
                    <a:gs pos="100000">
                      <a:srgbClr val="24DBFD"/>
                    </a:gs>
                  </a:gsLst>
                  <a:lin ang="2700000" scaled="1"/>
                </a:gra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工作原理与技术基础</a:t>
            </a:r>
            <a:r>
              <a:rPr lang="en-US" altLang="zh-CN" sz="4000" dirty="0">
                <a:gradFill>
                  <a:gsLst>
                    <a:gs pos="0">
                      <a:srgbClr val="002FFC"/>
                    </a:gs>
                    <a:gs pos="100000">
                      <a:srgbClr val="24DBFD"/>
                    </a:gs>
                  </a:gsLst>
                  <a:lin ang="2700000" scaled="1"/>
                </a:gra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——</a:t>
            </a:r>
            <a:r>
              <a:rPr lang="zh-CN" altLang="en-US" sz="4000" dirty="0">
                <a:gradFill>
                  <a:gsLst>
                    <a:gs pos="0">
                      <a:srgbClr val="002FFC"/>
                    </a:gs>
                    <a:gs pos="100000">
                      <a:srgbClr val="24DBFD"/>
                    </a:gs>
                  </a:gsLst>
                  <a:lin ang="2700000" scaled="1"/>
                </a:gra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前端</a:t>
            </a:r>
            <a:endParaRPr lang="zh-CN" altLang="en-US" sz="4000" dirty="0">
              <a:gradFill>
                <a:gsLst>
                  <a:gs pos="0">
                    <a:srgbClr val="002FFC"/>
                  </a:gs>
                  <a:gs pos="100000">
                    <a:srgbClr val="24DBFD"/>
                  </a:gs>
                </a:gsLst>
                <a:lin ang="2700000" scaled="1"/>
              </a:gra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3" grpId="0" bldLvl="0" animBg="1"/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2386330" y="170180"/>
            <a:ext cx="6275070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accent4">
                    <a:lumMod val="20000"/>
                    <a:lumOff val="80000"/>
                  </a:schemeClr>
                </a:solidFill>
              </a:rPr>
              <a:t>功能函数一：输入食材忌口等信息，输出食谱信息</a:t>
            </a:r>
            <a:endParaRPr lang="zh-CN" altLang="en-US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3" name="图片 12" descr="屏幕截图 2025-07-07 1845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5" y="728980"/>
            <a:ext cx="11901805" cy="588835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屏幕截图 2025-07-07 1851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" y="455295"/>
            <a:ext cx="11945620" cy="625983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34950" y="69850"/>
            <a:ext cx="1458595" cy="447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solidFill>
                  <a:schemeClr val="bg1"/>
                </a:solidFill>
              </a:rPr>
              <a:t>续：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  <p:custDataLst>
      <p:tags r:id="rId2"/>
    </p:custData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屏幕截图 2025-07-07 1852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58800"/>
            <a:ext cx="11897360" cy="598741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65430" y="98425"/>
            <a:ext cx="22879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bg1"/>
                </a:solidFill>
              </a:rPr>
              <a:t>续：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  <p:custDataLst>
      <p:tags r:id="rId2"/>
    </p:custData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文本框 11"/>
          <p:cNvSpPr txBox="1"/>
          <p:nvPr/>
        </p:nvSpPr>
        <p:spPr>
          <a:xfrm>
            <a:off x="2355850" y="226695"/>
            <a:ext cx="6035040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accent4">
                    <a:lumMod val="20000"/>
                    <a:lumOff val="80000"/>
                  </a:schemeClr>
                </a:solidFill>
              </a:rPr>
              <a:t>功能函数二：输入食物，提供其热量和营养价值</a:t>
            </a:r>
            <a:endParaRPr lang="zh-CN" altLang="en-US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2" name="图片 1" descr="屏幕截图 2025-07-07 1900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655" y="701675"/>
            <a:ext cx="11957050" cy="59531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40665" y="105410"/>
            <a:ext cx="13474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bg1"/>
                </a:solidFill>
              </a:rPr>
              <a:t>续：</a:t>
            </a:r>
            <a:endParaRPr lang="zh-CN" altLang="en-US" sz="2400">
              <a:solidFill>
                <a:schemeClr val="bg1"/>
              </a:solidFill>
            </a:endParaRPr>
          </a:p>
        </p:txBody>
      </p:sp>
      <p:pic>
        <p:nvPicPr>
          <p:cNvPr id="3" name="图片 2" descr="屏幕截图 2025-07-07 1900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665" y="565785"/>
            <a:ext cx="11337290" cy="607758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3" name="图片 2" descr="屏幕截图 2025-07-07 1940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 flipH="1">
            <a:off x="4927600" y="1532382"/>
            <a:ext cx="2336800" cy="2323656"/>
          </a:xfrm>
          <a:prstGeom prst="rect">
            <a:avLst/>
          </a:prstGeom>
        </p:spPr>
      </p:pic>
      <p:sp>
        <p:nvSpPr>
          <p:cNvPr id="4" name="椭圆 3"/>
          <p:cNvSpPr/>
          <p:nvPr>
            <p:custDataLst>
              <p:tags r:id="rId3"/>
            </p:custDataLst>
          </p:nvPr>
        </p:nvSpPr>
        <p:spPr>
          <a:xfrm>
            <a:off x="5273040" y="1871250"/>
            <a:ext cx="1645920" cy="1645920"/>
          </a:xfrm>
          <a:prstGeom prst="ellipse">
            <a:avLst/>
          </a:prstGeom>
          <a:solidFill>
            <a:srgbClr val="00265E">
              <a:alpha val="29000"/>
            </a:srgbClr>
          </a:solidFill>
          <a:ln w="38100">
            <a:gradFill flip="none" rotWithShape="1">
              <a:gsLst>
                <a:gs pos="0">
                  <a:srgbClr val="24DBFD"/>
                </a:gs>
                <a:gs pos="100000">
                  <a:srgbClr val="002FFC"/>
                </a:gs>
              </a:gsLst>
              <a:lin ang="27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>
            <p:custDataLst>
              <p:tags r:id="rId4"/>
            </p:custDataLst>
          </p:nvPr>
        </p:nvSpPr>
        <p:spPr>
          <a:xfrm>
            <a:off x="5530628" y="2128838"/>
            <a:ext cx="1130744" cy="1130744"/>
          </a:xfrm>
          <a:prstGeom prst="ellipse">
            <a:avLst/>
          </a:prstGeom>
          <a:solidFill>
            <a:srgbClr val="0026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5530628" y="2278712"/>
            <a:ext cx="1130744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4800" dirty="0">
                <a:gradFill>
                  <a:gsLst>
                    <a:gs pos="0">
                      <a:srgbClr val="002FFC"/>
                    </a:gs>
                    <a:gs pos="100000">
                      <a:srgbClr val="24DBFD"/>
                    </a:gs>
                  </a:gsLst>
                  <a:lin ang="2700000" scaled="1"/>
                </a:gradFill>
                <a:latin typeface="Agency FB" panose="020B0503020202020204" pitchFamily="34" charset="0"/>
                <a:ea typeface="时尚中黑简体" panose="01010104010101010101" pitchFamily="2" charset="-122"/>
              </a:rPr>
              <a:t>03</a:t>
            </a:r>
            <a:endParaRPr lang="en-US" altLang="zh-CN" sz="4800" dirty="0">
              <a:gradFill>
                <a:gsLst>
                  <a:gs pos="0">
                    <a:srgbClr val="002FFC"/>
                  </a:gs>
                  <a:gs pos="100000">
                    <a:srgbClr val="24DBFD"/>
                  </a:gs>
                </a:gsLst>
                <a:lin ang="2700000" scaled="1"/>
              </a:gradFill>
              <a:latin typeface="Agency FB" panose="020B0503020202020204" pitchFamily="34" charset="0"/>
              <a:ea typeface="时尚中黑简体" panose="01010104010101010101" pitchFamily="2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3860800" y="4159905"/>
            <a:ext cx="4470400" cy="13220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4000" dirty="0">
                <a:gradFill>
                  <a:gsLst>
                    <a:gs pos="0">
                      <a:srgbClr val="002FFC"/>
                    </a:gs>
                    <a:gs pos="100000">
                      <a:srgbClr val="24DBFD"/>
                    </a:gs>
                  </a:gsLst>
                  <a:lin ang="2700000" scaled="1"/>
                </a:gra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工作原理与技术基础</a:t>
            </a:r>
            <a:r>
              <a:rPr lang="en-US" altLang="zh-CN" sz="4000" dirty="0">
                <a:gradFill>
                  <a:gsLst>
                    <a:gs pos="0">
                      <a:srgbClr val="002FFC"/>
                    </a:gs>
                    <a:gs pos="100000">
                      <a:srgbClr val="24DBFD"/>
                    </a:gs>
                  </a:gsLst>
                  <a:lin ang="2700000" scaled="1"/>
                </a:gra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——</a:t>
            </a:r>
            <a:r>
              <a:rPr lang="zh-CN" altLang="en-US" sz="4000" dirty="0">
                <a:gradFill>
                  <a:gsLst>
                    <a:gs pos="0">
                      <a:srgbClr val="002FFC"/>
                    </a:gs>
                    <a:gs pos="100000">
                      <a:srgbClr val="24DBFD"/>
                    </a:gs>
                  </a:gsLst>
                  <a:lin ang="2700000" scaled="1"/>
                </a:gra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后端</a:t>
            </a:r>
            <a:endParaRPr lang="zh-CN" altLang="en-US" sz="4000" dirty="0">
              <a:gradFill>
                <a:gsLst>
                  <a:gs pos="0">
                    <a:srgbClr val="002FFC"/>
                  </a:gs>
                  <a:gs pos="100000">
                    <a:srgbClr val="24DBFD"/>
                  </a:gs>
                </a:gsLst>
                <a:lin ang="2700000" scaled="1"/>
              </a:gra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3" grpId="0" bldLvl="0" animBg="1"/>
      <p:bldP spid="5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屏幕截图 2025-07-07 1915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425" y="600075"/>
            <a:ext cx="11945620" cy="615378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337560" y="59055"/>
            <a:ext cx="4138295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ctr"/>
            <a:r>
              <a:rPr lang="zh-CN" altLang="en-US" sz="2400">
                <a:solidFill>
                  <a:schemeClr val="bg1"/>
                </a:solidFill>
              </a:rPr>
              <a:t>功能一代码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  <p:custDataLst>
      <p:tags r:id="rId2"/>
    </p:custData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屏幕截图 2025-07-07 1918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47370"/>
            <a:ext cx="12128500" cy="61341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27965" y="86995"/>
            <a:ext cx="13252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bg1"/>
                </a:solidFill>
              </a:rPr>
              <a:t>续：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  <p:custDataLst>
      <p:tags r:id="rId2"/>
    </p:custData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屏幕截图 2025-07-07 1918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275" y="578485"/>
            <a:ext cx="11669395" cy="617156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68275" y="118110"/>
            <a:ext cx="21666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bg1"/>
                </a:solidFill>
              </a:rPr>
              <a:t>续：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  <p:custDataLst>
      <p:tags r:id="rId2"/>
    </p:custData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屏幕截图 2025-07-07 19455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955" y="572135"/>
            <a:ext cx="11331575" cy="61982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394075" y="11176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>
                <a:solidFill>
                  <a:schemeClr val="bg1"/>
                </a:solidFill>
              </a:rPr>
              <a:t>功能二代码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  <p:custDataLst>
      <p:tags r:id="rId2"/>
    </p:custData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屏幕截图 2025-07-07 1949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" y="676910"/>
            <a:ext cx="11588115" cy="597154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53365" y="216535"/>
            <a:ext cx="10947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bg1"/>
                </a:solidFill>
              </a:rPr>
              <a:t>续：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  <p:custDataLst>
      <p:tags r:id="rId2"/>
    </p:custData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 flipH="1">
            <a:off x="4927600" y="1532382"/>
            <a:ext cx="2336800" cy="2323656"/>
          </a:xfrm>
          <a:prstGeom prst="rect">
            <a:avLst/>
          </a:prstGeom>
        </p:spPr>
      </p:pic>
      <p:sp>
        <p:nvSpPr>
          <p:cNvPr id="4" name="椭圆 3"/>
          <p:cNvSpPr/>
          <p:nvPr>
            <p:custDataLst>
              <p:tags r:id="rId3"/>
            </p:custDataLst>
          </p:nvPr>
        </p:nvSpPr>
        <p:spPr>
          <a:xfrm>
            <a:off x="5273040" y="1871250"/>
            <a:ext cx="1645920" cy="1645920"/>
          </a:xfrm>
          <a:prstGeom prst="ellipse">
            <a:avLst/>
          </a:prstGeom>
          <a:solidFill>
            <a:srgbClr val="00265E">
              <a:alpha val="29000"/>
            </a:srgbClr>
          </a:solidFill>
          <a:ln w="38100">
            <a:gradFill flip="none" rotWithShape="1">
              <a:gsLst>
                <a:gs pos="0">
                  <a:srgbClr val="24DBFD"/>
                </a:gs>
                <a:gs pos="100000">
                  <a:srgbClr val="002FFC"/>
                </a:gs>
              </a:gsLst>
              <a:lin ang="27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>
            <p:custDataLst>
              <p:tags r:id="rId4"/>
            </p:custDataLst>
          </p:nvPr>
        </p:nvSpPr>
        <p:spPr>
          <a:xfrm>
            <a:off x="5530628" y="2128838"/>
            <a:ext cx="1130744" cy="1130744"/>
          </a:xfrm>
          <a:prstGeom prst="ellipse">
            <a:avLst/>
          </a:prstGeom>
          <a:solidFill>
            <a:srgbClr val="0026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5530628" y="2278712"/>
            <a:ext cx="1130744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4800" dirty="0">
                <a:gradFill>
                  <a:gsLst>
                    <a:gs pos="0">
                      <a:srgbClr val="002FFC"/>
                    </a:gs>
                    <a:gs pos="100000">
                      <a:srgbClr val="24DBFD"/>
                    </a:gs>
                  </a:gsLst>
                  <a:lin ang="2700000" scaled="1"/>
                </a:gradFill>
                <a:latin typeface="Agency FB" panose="020B0503020202020204" pitchFamily="34" charset="0"/>
                <a:ea typeface="时尚中黑简体" panose="01010104010101010101" pitchFamily="2" charset="-122"/>
              </a:rPr>
              <a:t>04</a:t>
            </a:r>
            <a:endParaRPr lang="en-US" altLang="zh-CN" sz="4800" dirty="0">
              <a:gradFill>
                <a:gsLst>
                  <a:gs pos="0">
                    <a:srgbClr val="002FFC"/>
                  </a:gs>
                  <a:gs pos="100000">
                    <a:srgbClr val="24DBFD"/>
                  </a:gs>
                </a:gsLst>
                <a:lin ang="2700000" scaled="1"/>
              </a:gradFill>
              <a:latin typeface="Agency FB" panose="020B0503020202020204" pitchFamily="34" charset="0"/>
              <a:ea typeface="时尚中黑简体" panose="01010104010101010101" pitchFamily="2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3860800" y="4159905"/>
            <a:ext cx="4470400" cy="70675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4000" dirty="0">
                <a:gradFill>
                  <a:gsLst>
                    <a:gs pos="0">
                      <a:srgbClr val="002FFC"/>
                    </a:gs>
                    <a:gs pos="100000">
                      <a:srgbClr val="24DBFD"/>
                    </a:gs>
                  </a:gsLst>
                  <a:lin ang="2700000" scaled="1"/>
                </a:gra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成果展示</a:t>
            </a:r>
            <a:endParaRPr lang="zh-CN" altLang="en-US" sz="4000" dirty="0">
              <a:gradFill>
                <a:gsLst>
                  <a:gs pos="0">
                    <a:srgbClr val="002FFC"/>
                  </a:gs>
                  <a:gs pos="100000">
                    <a:srgbClr val="24DBFD"/>
                  </a:gs>
                </a:gsLst>
                <a:lin ang="2700000" scaled="1"/>
              </a:gra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3" grpId="0" bldLvl="0" animBg="1"/>
      <p:bldP spid="5" grpId="0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065530" y="2519045"/>
            <a:ext cx="4178935" cy="102489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b" anchorCtr="0">
            <a:normAutofit/>
          </a:bodyPr>
          <a:lstStyle>
            <a:defPPr>
              <a:defRPr lang="zh-CN"/>
            </a:defPPr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6000" b="1" i="0" u="none" strike="noStrike" kern="1200" cap="none" spc="600" normalizeH="0" baseline="0" noProof="1" dirty="0">
                <a:solidFill>
                  <a:schemeClr val="tx1"/>
                </a:solidFill>
                <a:uFillTx/>
                <a:latin typeface="+中文标题" charset="0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altLang="en-US">
                <a:solidFill>
                  <a:schemeClr val="bg1"/>
                </a:solidFill>
              </a:rPr>
              <a:t>感谢观看</a:t>
            </a:r>
            <a:endParaRPr altLang="en-US">
              <a:solidFill>
                <a:schemeClr val="bg1"/>
              </a:solidFill>
            </a:endParaRPr>
          </a:p>
        </p:txBody>
      </p:sp>
      <p:sp>
        <p:nvSpPr>
          <p:cNvPr id="7" name="流程图: 可选过程 6"/>
          <p:cNvSpPr/>
          <p:nvPr/>
        </p:nvSpPr>
        <p:spPr>
          <a:xfrm>
            <a:off x="1267460" y="4000500"/>
            <a:ext cx="2071370" cy="372110"/>
          </a:xfrm>
          <a:prstGeom prst="flowChartAlternateProcess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/>
              <a:t>汇报人：</a:t>
            </a:r>
            <a:endParaRPr lang="zh-CN" altLang="en-US"/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>
            <a:off x="1299474" y="4595657"/>
            <a:ext cx="3558278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616"/>
  <p:tag name="KSO_WM_TEMPLATE_CATEGORY" val="custom"/>
</p:tagLst>
</file>

<file path=ppt/tags/tag6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616"/>
  <p:tag name="KSO_WM_TEMPLATE_CATEGORY" val="custom"/>
</p:tagLst>
</file>

<file path=ppt/tags/tag6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616"/>
  <p:tag name="KSO_WM_TEMPLATE_CATEGORY" val="custom"/>
</p:tagLst>
</file>

<file path=ppt/tags/tag6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616"/>
  <p:tag name="KSO_WM_TEMPLATE_CATEGORY" val="custom"/>
</p:tagLst>
</file>

<file path=ppt/tags/tag6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616"/>
  <p:tag name="KSO_WM_TEMPLATE_CATEGORY" val="custom"/>
</p:tagLst>
</file>

<file path=ppt/tags/tag6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616"/>
  <p:tag name="KSO_WM_TEMPLATE_CATEGORY" val="custom"/>
</p:tagLst>
</file>

<file path=ppt/tags/tag6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616"/>
  <p:tag name="KSO_WM_TEMPLATE_CATEGORY" val="custom"/>
</p:tagLst>
</file>

<file path=ppt/tags/tag7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616"/>
  <p:tag name="KSO_WM_TEMPLATE_CATEGORY" val="custom"/>
</p:tagLst>
</file>

<file path=ppt/tags/tag7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616"/>
  <p:tag name="KSO_WM_TEMPLATE_CATEGORY" val="custom"/>
</p:tagLst>
</file>

<file path=ppt/tags/tag7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616"/>
  <p:tag name="KSO_WM_TEMPLATE_CATEGORY" val="custom"/>
</p:tagLst>
</file>

<file path=ppt/tags/tag7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616"/>
  <p:tag name="KSO_WM_TEMPLATE_CATEGORY" val="custom"/>
</p:tagLst>
</file>

<file path=ppt/tags/tag74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  <p:tag name="KSO_WM_TEMPLATE_INDEX" val="616"/>
  <p:tag name="KSO_WM_TEMPLATE_CATEGORY" val="custom"/>
  <p:tag name="KSO_WM_UNIT_ID" val="custom616_1*d*1"/>
  <p:tag name="KSO_WM_UNIT_LAYERLEVEL" val="1"/>
</p:tagLst>
</file>

<file path=ppt/tags/tag7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INDEX" val="616"/>
  <p:tag name="KSO_WM_TEMPLATE_CATEGORY" val="custom"/>
  <p:tag name="KSO_WM_UNIT_ID" val="custom616_1*a*1"/>
  <p:tag name="KSO_WM_UNIT_LAYERLEVEL" val="1"/>
</p:tagLst>
</file>

<file path=ppt/tags/tag7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TEMPLATE_INDEX" val="616"/>
  <p:tag name="KSO_WM_TEMPLATE_CATEGORY" val="custom"/>
  <p:tag name="KSO_WM_UNIT_ID" val="custom616_1*f*1"/>
  <p:tag name="KSO_WM_UNIT_LAYERLEVEL" val="1"/>
</p:tagLst>
</file>

<file path=ppt/tags/tag77.xml><?xml version="1.0" encoding="utf-8"?>
<p:tagLst xmlns:p="http://schemas.openxmlformats.org/presentationml/2006/main">
  <p:tag name="KSO_WM_UNIT_TYPE" val="i"/>
  <p:tag name="KSO_WM_DECORATE_TYPE" val="i_bg"/>
  <p:tag name="KSO_WM_UNIT_INDEX" val="1"/>
  <p:tag name="KSO_WM_BEAUTIFY_FLAG" val="#wm#"/>
  <p:tag name="KSO_WM_TAG_VERSION" val="3.0"/>
  <p:tag name="LayoutZOrder" val="5"/>
  <p:tag name="KSO_WM_TEMPLATE_INDEX" val="616"/>
  <p:tag name="KSO_WM_TEMPLATE_CATEGORY" val="custom"/>
  <p:tag name="KSO_WM_UNIT_ID" val="custom616_1*i*1"/>
  <p:tag name="KSO_WM_UNIT_LAYERLEVEL" val="1"/>
</p:tagLst>
</file>

<file path=ppt/tags/tag7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TEMPLATE_INDEX" val="616"/>
  <p:tag name="KSO_WM_TEMPLATE_CATEGORY" val="custom"/>
  <p:tag name="KSO_WM_UNIT_ID" val="custom616_1*b*1"/>
  <p:tag name="KSO_WM_UNIT_LAYERLEVEL" val="1"/>
</p:tagLst>
</file>

<file path=ppt/tags/tag79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TEMPLATE_PLACEHOLDER_POS" val="96,226.875,384,406.875"/>
  <p:tag name="KSO_WM_SLIDE_SUBTYPE" val="pureTxt"/>
  <p:tag name="KSO_WM_SLIDE_ITEM_CNT" val="0"/>
  <p:tag name="KSO_WM_TEMPLATE_INDEX" val="616"/>
  <p:tag name="KSO_WM_SLIDE_THEME_ID" val="20241264"/>
  <p:tag name="KSO_WM_SLIDE_INDEX" val="1"/>
  <p:tag name="KSO_WM_BEAUTIFY_FLAG" val="#wm#"/>
  <p:tag name="KSO_WM_TEMPLATE_CATEGORY" val="custom"/>
  <p:tag name="KSO_WM_TEMPLATE_THUMBS_INDEX" val="1、5"/>
  <p:tag name="KSO_WM_SLIDE_ID" val="custom616_1"/>
  <p:tag name="KSO_WM_SLIDE_LAYOUT" val="a_b_d_f_i"/>
  <p:tag name="KSO_WM_SLIDE_LAYOUT_CNT" val="1_1_1_2_1"/>
</p:tagLst>
</file>

<file path=ppt/tags/tag80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  <p:tag name="KSO_WM_TEMPLATE_INDEX" val="616"/>
  <p:tag name="KSO_WM_TEMPLATE_CATEGORY" val="custom"/>
  <p:tag name="KSO_WM_UNIT_ID" val="custom616_2*d*1"/>
  <p:tag name="KSO_WM_DIAGRAM_GROUP_CODE" val="l1-1"/>
  <p:tag name="KSO_WM_DIAGRAM_COLOR_TRICK" val="1"/>
  <p:tag name="KSO_WM_DIAGRAM_COLOR_TEXT_CAN_REMOVE" val="n"/>
  <p:tag name="KSO_WM_UNIT_LAYERLEVEL" val="1"/>
</p:tagLst>
</file>

<file path=ppt/tags/tag8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SCONTENTSTITLE" val="1"/>
  <p:tag name="KSO_WM_TEMPLATE_INDEX" val="616"/>
  <p:tag name="KSO_WM_TEMPLATE_CATEGORY" val="custom"/>
  <p:tag name="KSO_WM_UNIT_ID" val="custom616_2*a*1"/>
  <p:tag name="KSO_WM_DIAGRAM_GROUP_CODE" val="l1-1"/>
  <p:tag name="KSO_WM_DIAGRAM_COLOR_TRICK" val="1"/>
  <p:tag name="KSO_WM_DIAGRAM_COLOR_TEXT_CAN_REMOVE" val="n"/>
  <p:tag name="KSO_WM_UNIT_LAYERLEVEL" val="1"/>
</p:tagLst>
</file>

<file path=ppt/tags/tag82.xml><?xml version="1.0" encoding="utf-8"?>
<p:tagLst xmlns:p="http://schemas.openxmlformats.org/presentationml/2006/main">
  <p:tag name="KSO_WM_DIAGRAM_VIRTUALLY_FRAME" val="{&quot;height&quot;:310.82338582677164,&quot;left&quot;:559.6177952755904,&quot;top&quot;:147.03393700787402,&quot;width&quot;:217.38220472440952}"/>
</p:tagLst>
</file>

<file path=ppt/tags/tag83.xml><?xml version="1.0" encoding="utf-8"?>
<p:tagLst xmlns:p="http://schemas.openxmlformats.org/presentationml/2006/main">
  <p:tag name="KSO_WM_UNIT_TYPE" val="l_h_f"/>
  <p:tag name="KSO_WM_UNIT_SUBTYPE" val="a"/>
  <p:tag name="KSO_WM_UNIT_INDEX" val="1_1_1"/>
  <p:tag name="KSO_WM_BEAUTIFY_FLAG" val="#wm#"/>
  <p:tag name="KSO_WM_TAG_VERSION" val="3.0"/>
  <p:tag name="KSO_WM_DIAGRAM_VERSION" val="3"/>
  <p:tag name="KSO_WM_UNIT_PRESET_TEXT" val="1. 智能科技简介"/>
  <p:tag name="KSO_WM_TEMPLATE_INDEX" val="616"/>
  <p:tag name="KSO_WM_TEMPLATE_CATEGORY" val="custom"/>
  <p:tag name="KSO_WM_UNIT_ID" val="custom616_2*l_h_f*1_1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310.82338582677164,&quot;left&quot;:559.6177952755904,&quot;top&quot;:147.03393700787402,&quot;width&quot;:217.38220472440952}"/>
</p:tagLst>
</file>

<file path=ppt/tags/tag84.xml><?xml version="1.0" encoding="utf-8"?>
<p:tagLst xmlns:p="http://schemas.openxmlformats.org/presentationml/2006/main">
  <p:tag name="KSO_WM_UNIT_TYPE" val="l_h_i"/>
  <p:tag name="KSO_WM_UNIT_SUBTYPE" val="h"/>
  <p:tag name="KSO_WM_UNIT_INDEX" val="1_1_2"/>
  <p:tag name="KSO_WM_BEAUTIFY_FLAG" val="#wm#"/>
  <p:tag name="KSO_WM_TAG_VERSION" val="3.0"/>
  <p:tag name="KSO_WM_DIAGRAM_VERSION" val="3"/>
  <p:tag name="KSO_WM_TEMPLATE_INDEX" val="616"/>
  <p:tag name="KSO_WM_TEMPLATE_CATEGORY" val="custom"/>
  <p:tag name="KSO_WM_UNIT_ID" val="custom616_2*l_h_i*1_1_2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310.82338582677164,&quot;left&quot;:559.6177952755904,&quot;top&quot;:147.03393700787402,&quot;width&quot;:217.38220472440952}"/>
</p:tagLst>
</file>

<file path=ppt/tags/tag85.xml><?xml version="1.0" encoding="utf-8"?>
<p:tagLst xmlns:p="http://schemas.openxmlformats.org/presentationml/2006/main">
  <p:tag name="KSO_WM_DIAGRAM_VIRTUALLY_FRAME" val="{&quot;height&quot;:310.82338582677164,&quot;left&quot;:559.6177952755904,&quot;top&quot;:147.03393700787402,&quot;width&quot;:217.38220472440952}"/>
</p:tagLst>
</file>

<file path=ppt/tags/tag86.xml><?xml version="1.0" encoding="utf-8"?>
<p:tagLst xmlns:p="http://schemas.openxmlformats.org/presentationml/2006/main">
  <p:tag name="KSO_WM_UNIT_TYPE" val="l_h_f"/>
  <p:tag name="KSO_WM_UNIT_SUBTYPE" val="a"/>
  <p:tag name="KSO_WM_UNIT_INDEX" val="1_2_1"/>
  <p:tag name="KSO_WM_BEAUTIFY_FLAG" val="#wm#"/>
  <p:tag name="KSO_WM_TAG_VERSION" val="3.0"/>
  <p:tag name="KSO_WM_DIAGRAM_VERSION" val="3"/>
  <p:tag name="KSO_WM_UNIT_PRESET_TEXT" val="2. 科技发展背景"/>
  <p:tag name="KSO_WM_TEMPLATE_INDEX" val="616"/>
  <p:tag name="KSO_WM_TEMPLATE_CATEGORY" val="custom"/>
  <p:tag name="KSO_WM_UNIT_ID" val="custom616_2*l_h_f*1_2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310.82338582677164,&quot;left&quot;:559.6177952755904,&quot;top&quot;:147.03393700787402,&quot;width&quot;:217.38220472440952}"/>
</p:tagLst>
</file>

<file path=ppt/tags/tag87.xml><?xml version="1.0" encoding="utf-8"?>
<p:tagLst xmlns:p="http://schemas.openxmlformats.org/presentationml/2006/main">
  <p:tag name="KSO_WM_UNIT_TYPE" val="l_h_i"/>
  <p:tag name="KSO_WM_UNIT_SUBTYPE" val="h"/>
  <p:tag name="KSO_WM_UNIT_INDEX" val="1_2_2"/>
  <p:tag name="KSO_WM_BEAUTIFY_FLAG" val="#wm#"/>
  <p:tag name="KSO_WM_TAG_VERSION" val="3.0"/>
  <p:tag name="KSO_WM_DIAGRAM_VERSION" val="3"/>
  <p:tag name="KSO_WM_TEMPLATE_INDEX" val="616"/>
  <p:tag name="KSO_WM_TEMPLATE_CATEGORY" val="custom"/>
  <p:tag name="KSO_WM_UNIT_ID" val="custom616_2*l_h_i*1_2_2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310.82338582677164,&quot;left&quot;:559.6177952755904,&quot;top&quot;:147.03393700787402,&quot;width&quot;:217.38220472440952}"/>
</p:tagLst>
</file>

<file path=ppt/tags/tag88.xml><?xml version="1.0" encoding="utf-8"?>
<p:tagLst xmlns:p="http://schemas.openxmlformats.org/presentationml/2006/main">
  <p:tag name="KSO_WM_DIAGRAM_VIRTUALLY_FRAME" val="{&quot;height&quot;:310.82338582677164,&quot;left&quot;:559.6177952755904,&quot;top&quot;:147.03393700787402,&quot;width&quot;:217.38220472440952}"/>
</p:tagLst>
</file>

<file path=ppt/tags/tag89.xml><?xml version="1.0" encoding="utf-8"?>
<p:tagLst xmlns:p="http://schemas.openxmlformats.org/presentationml/2006/main">
  <p:tag name="KSO_WM_UNIT_TYPE" val="l_h_f"/>
  <p:tag name="KSO_WM_UNIT_SUBTYPE" val="a"/>
  <p:tag name="KSO_WM_UNIT_INDEX" val="1_3_1"/>
  <p:tag name="KSO_WM_BEAUTIFY_FLAG" val="#wm#"/>
  <p:tag name="KSO_WM_TAG_VERSION" val="3.0"/>
  <p:tag name="KSO_WM_DIAGRAM_VERSION" val="3"/>
  <p:tag name="KSO_WM_UNIT_PRESET_TEXT" val="3. 智能科技推广"/>
  <p:tag name="KSO_WM_TEMPLATE_INDEX" val="616"/>
  <p:tag name="KSO_WM_TEMPLATE_CATEGORY" val="custom"/>
  <p:tag name="KSO_WM_UNIT_ID" val="custom616_2*l_h_f*1_3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310.82338582677164,&quot;left&quot;:559.6177952755904,&quot;top&quot;:147.03393700787402,&quot;width&quot;:217.38220472440952}"/>
</p:tagLst>
</file>

<file path=ppt/tags/tag90.xml><?xml version="1.0" encoding="utf-8"?>
<p:tagLst xmlns:p="http://schemas.openxmlformats.org/presentationml/2006/main">
  <p:tag name="KSO_WM_UNIT_TYPE" val="l_h_i"/>
  <p:tag name="KSO_WM_UNIT_SUBTYPE" val="h"/>
  <p:tag name="KSO_WM_UNIT_INDEX" val="1_3_2"/>
  <p:tag name="KSO_WM_BEAUTIFY_FLAG" val="#wm#"/>
  <p:tag name="KSO_WM_TAG_VERSION" val="3.0"/>
  <p:tag name="KSO_WM_DIAGRAM_VERSION" val="3"/>
  <p:tag name="KSO_WM_TEMPLATE_INDEX" val="616"/>
  <p:tag name="KSO_WM_TEMPLATE_CATEGORY" val="custom"/>
  <p:tag name="KSO_WM_UNIT_ID" val="custom616_2*l_h_i*1_3_2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310.82338582677164,&quot;left&quot;:559.6177952755904,&quot;top&quot;:147.03393700787402,&quot;width&quot;:217.38220472440952}"/>
</p:tagLst>
</file>

<file path=ppt/tags/tag91.xml><?xml version="1.0" encoding="utf-8"?>
<p:tagLst xmlns:p="http://schemas.openxmlformats.org/presentationml/2006/main">
  <p:tag name="KSO_WM_DIAGRAM_VIRTUALLY_FRAME" val="{&quot;height&quot;:310.82338582677164,&quot;left&quot;:559.6177952755904,&quot;top&quot;:147.03393700787402,&quot;width&quot;:217.38220472440952}"/>
</p:tagLst>
</file>

<file path=ppt/tags/tag92.xml><?xml version="1.0" encoding="utf-8"?>
<p:tagLst xmlns:p="http://schemas.openxmlformats.org/presentationml/2006/main">
  <p:tag name="KSO_WM_UNIT_TYPE" val="l_h_f"/>
  <p:tag name="KSO_WM_UNIT_SUBTYPE" val="a"/>
  <p:tag name="KSO_WM_UNIT_INDEX" val="1_4_1"/>
  <p:tag name="KSO_WM_BEAUTIFY_FLAG" val="#wm#"/>
  <p:tag name="KSO_WM_TAG_VERSION" val="3.0"/>
  <p:tag name="KSO_WM_DIAGRAM_VERSION" val="3"/>
  <p:tag name="KSO_WM_UNIT_PRESET_TEXT" val="4. 未来发展规划"/>
  <p:tag name="KSO_WM_TEMPLATE_INDEX" val="616"/>
  <p:tag name="KSO_WM_TEMPLATE_CATEGORY" val="custom"/>
  <p:tag name="KSO_WM_UNIT_ID" val="custom616_2*l_h_f*1_4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310.82338582677164,&quot;left&quot;:559.6177952755904,&quot;top&quot;:147.03393700787402,&quot;width&quot;:217.38220472440952}"/>
</p:tagLst>
</file>

<file path=ppt/tags/tag93.xml><?xml version="1.0" encoding="utf-8"?>
<p:tagLst xmlns:p="http://schemas.openxmlformats.org/presentationml/2006/main">
  <p:tag name="KSO_WM_UNIT_TYPE" val="l_h_i"/>
  <p:tag name="KSO_WM_UNIT_SUBTYPE" val="h"/>
  <p:tag name="KSO_WM_UNIT_INDEX" val="1_4_2"/>
  <p:tag name="KSO_WM_BEAUTIFY_FLAG" val="#wm#"/>
  <p:tag name="KSO_WM_TAG_VERSION" val="3.0"/>
  <p:tag name="KSO_WM_DIAGRAM_VERSION" val="3"/>
  <p:tag name="KSO_WM_TEMPLATE_INDEX" val="616"/>
  <p:tag name="KSO_WM_TEMPLATE_CATEGORY" val="custom"/>
  <p:tag name="KSO_WM_UNIT_ID" val="custom616_2*l_h_i*1_4_2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310.82338582677164,&quot;left&quot;:559.6177952755904,&quot;top&quot;:147.03393700787402,&quot;width&quot;:217.38220472440952}"/>
</p:tagLst>
</file>

<file path=ppt/tags/tag94.xml><?xml version="1.0" encoding="utf-8"?>
<p:tagLst xmlns:p="http://schemas.openxmlformats.org/presentationml/2006/main">
  <p:tag name="KSO_WM_SLIDE_TYPE" val="contents"/>
  <p:tag name="KSO_WM_TEMPLATE_SUBCATEGORY" val="29"/>
  <p:tag name="KSO_WM_TEMPLATE_COLOR_TYPE" val="0"/>
  <p:tag name="KSO_WM_TAG_VERSION" val="3.0"/>
  <p:tag name="KSO_WM_TEMPLATE_PLACEHOLDER_POS" val="394,150,756,420"/>
  <p:tag name="KSO_WM_TEMPLATE_PLACEHOLDER_POS2" val="394,150,756,271.577"/>
  <p:tag name="KSO_WM_SLIDE_SUBTYPE" val="diag"/>
  <p:tag name="KSO_WM_SLIDE_ITEM_CNT" val="4"/>
  <p:tag name="KSO_WM_TEMPLATE_INDEX" val="616"/>
  <p:tag name="KSO_WM_SLIDE_THEME_ID" val="20236465"/>
  <p:tag name="KSO_WM_SLIDE_INDEX" val="2"/>
  <p:tag name="KSO_WM_BEAUTIFY_FLAG" val="#wm#"/>
  <p:tag name="KSO_WM_TEMPLATE_CATEGORY" val="custom"/>
  <p:tag name="KSO_WM_ASSEMBLE_CHIP_INDEX" val="diag"/>
  <p:tag name="KSO_WM_DIAGRAM_GROUP_CODE" val="l1-1"/>
  <p:tag name="KSO_WM_SLIDE_ID" val="custom616_2"/>
  <p:tag name="KSO_WM_SLIDE_LAYOUT" val="a_d_l"/>
  <p:tag name="KSO_WM_SLIDE_LAYOUT_CNT" val="1_1_1"/>
</p:tagLst>
</file>

<file path=ppt/tags/tag95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  <p:tag name="KSO_WM_TEMPLATE_INDEX" val="616"/>
  <p:tag name="KSO_WM_TEMPLATE_CATEGORY" val="custom"/>
  <p:tag name="KSO_WM_UNIT_ID" val="custom616_3*d*1"/>
  <p:tag name="KSO_WM_UNIT_LAYERLEVEL" val="1"/>
</p:tagLst>
</file>

<file path=ppt/tags/tag96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INDEX" val="616"/>
  <p:tag name="KSO_WM_TEMPLATE_CATEGORY" val="custom"/>
  <p:tag name="KSO_WM_UNIT_ID" val="custom616_3*i*1"/>
  <p:tag name="KSO_WM_UNIT_LAYERLEVEL" val="1"/>
</p:tagLst>
</file>

<file path=ppt/tags/tag97.xml><?xml version="1.0" encoding="utf-8"?>
<p:tagLst xmlns:p="http://schemas.openxmlformats.org/presentationml/2006/main">
  <p:tag name="KSO_WM_UNIT_TYPE" val="i"/>
  <p:tag name="KSO_WM_DECORATE_TYPE" val="i_cd"/>
  <p:tag name="KSO_WM_UNIT_INDEX" val="2"/>
  <p:tag name="KSO_WM_BEAUTIFY_FLAG" val="#wm#"/>
  <p:tag name="KSO_WM_TAG_VERSION" val="3.0"/>
  <p:tag name="KSO_WM_TEMPLATE_INDEX" val="616"/>
  <p:tag name="KSO_WM_TEMPLATE_CATEGORY" val="custom"/>
  <p:tag name="KSO_WM_UNIT_ID" val="custom616_3*i*2"/>
  <p:tag name="KSO_WM_UNIT_LAYERLEVEL" val="1"/>
</p:tagLst>
</file>

<file path=ppt/tags/tag98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TEMPLATE_INDEX" val="616"/>
  <p:tag name="KSO_WM_TEMPLATE_CATEGORY" val="custom"/>
  <p:tag name="KSO_WM_UNIT_ID" val="custom616_3*e*1"/>
  <p:tag name="KSO_WM_UNIT_LAYERLEVEL" val="1"/>
  <p:tag name="KSO_WM_UNIT_PRESET_TEXT" val="01"/>
</p:tagLst>
</file>

<file path=ppt/tags/tag9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INDEX" val="616"/>
  <p:tag name="KSO_WM_TEMPLATE_CATEGORY" val="custom"/>
  <p:tag name="KSO_WM_UNIT_ID" val="custom616_3*a*1"/>
  <p:tag name="KSO_WM_UNIT_LAYERLEVEL" val="1"/>
</p:tagLst>
</file>

<file path=ppt/tags/tag100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TEMPLATE_PLACEHOLDER_POS" val="0,0,192,540"/>
  <p:tag name="KSO_WM_SLIDE_SUBTYPE" val="pureTxt"/>
  <p:tag name="KSO_WM_SLIDE_ITEM_CNT" val="0"/>
  <p:tag name="KSO_WM_TEMPLATE_INDEX" val="616"/>
  <p:tag name="KSO_WM_SLIDE_THEME_ID" val="20232116"/>
  <p:tag name="KSO_WM_SLIDE_INDEX" val="3"/>
  <p:tag name="KSO_WM_BEAUTIFY_FLAG" val="#wm#"/>
  <p:tag name="KSO_WM_TEMPLATE_CATEGORY" val="custom"/>
  <p:tag name="KSO_WM_SLIDE_ID" val="custom616_3"/>
  <p:tag name="KSO_WM_SLIDE_LAYOUT" val="a_d_e_i"/>
  <p:tag name="KSO_WM_SLIDE_LAYOUT_CNT" val="1_1_1_2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3314_1*i*1"/>
  <p:tag name="KSO_WM_TEMPLATE_CATEGORY" val="custom"/>
  <p:tag name="KSO_WM_TEMPLATE_INDEX" val="20233314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picid" val="{4e1b4bf2-4ebb-4e7c-931c-17544cd0d4b6}"/>
  <p:tag name="KSO_WM_UNIT_PICTURE_SUBTYPE" val="a"/>
  <p:tag name="KSO_WM_UNIT_VALUE" val="1781*142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3314_1*d*1"/>
  <p:tag name="KSO_WM_TEMPLATE_CATEGORY" val="custom"/>
  <p:tag name="KSO_WM_TEMPLATE_INDEX" val="20233314"/>
  <p:tag name="KSO_WM_UNIT_LAYERLEVEL" val="1"/>
  <p:tag name="KSO_WM_TAG_VERSION" val="3.0"/>
  <p:tag name="KSO_WM_BEAUTIFY_FLAG" val="#wm#"/>
  <p:tag name="MH_PIC_SOURCE_TYPE" val="ai_match*TextGenerateImg**1751867027631_4.33_4c93cb1c24a8-slide-0"/>
</p:tagLst>
</file>

<file path=ppt/tags/tag10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314_1*a*1"/>
  <p:tag name="KSO_WM_TEMPLATE_CATEGORY" val="custom"/>
  <p:tag name="KSO_WM_TEMPLATE_INDEX" val="20233314"/>
  <p:tag name="KSO_WM_UNIT_LAYERLEVEL" val="1"/>
  <p:tag name="KSO_WM_TAG_VERSION" val="3.0"/>
  <p:tag name="KSO_WM_BEAUTIFY_FLAG" val="#wm#"/>
  <p:tag name="KSO_WM_UNIT_VALUE" val="30"/>
  <p:tag name="KSO_WM_DIAGRAM_GROUP_CODE" val="l1-1"/>
  <p:tag name="KSO_WM_UNIT_PRESET_TEXT" val="单击此处添加页面的标题"/>
  <p:tag name="KSO_WM_UNIT_TEXT_TYPE" val="1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664_2*l_i*1_1"/>
  <p:tag name="KSO_WM_TEMPLATE_CATEGORY" val="diagram"/>
  <p:tag name="KSO_WM_TEMPLATE_INDEX" val="20235664"/>
  <p:tag name="KSO_WM_UNIT_LAYERLEVEL" val="1_1"/>
  <p:tag name="KSO_WM_TAG_VERSION" val="3.0"/>
  <p:tag name="KSO_WM_UNIT_TYPE" val="l_i"/>
  <p:tag name="KSO_WM_UNIT_INDEX" val="1_1"/>
  <p:tag name="KSO_WM_DIAGRAM_MAX_ITEMCNT" val="4"/>
  <p:tag name="KSO_WM_DIAGRAM_MIN_ITEMCNT" val="2"/>
  <p:tag name="KSO_WM_DIAGRAM_VIRTUALLY_FRAME" val="{&quot;height&quot;:361.65,&quot;left&quot;:47.1625244140625,&quot;top&quot;:131.8,&quot;width&quot;:408.324951171875}"/>
  <p:tag name="KSO_WM_DIAGRAM_COLOR_MATCH_VALUE" val="{&quot;shape&quot;:{&quot;fill&quot;:{&quot;solid&quot;:{&quot;brightness&quot;:0,&quot;colorType&quot;:2,&quot;rgb&quot;:&quot;#ffffff&quot;,&quot;transparency&quot;: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GROUP_CODE" val="l1-1"/>
  <p:tag name="KSO_WM_DIAGRAM_VERSION" val="3"/>
  <p:tag name="KSO_WM_DIAGRAM_COLOR_TRICK" val="1"/>
  <p:tag name="KSO_WM_DIAGRAM_COLOR_TEXT_CAN_REMOVE" val="n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diagram20235664_2*l_h_i*1_1_1"/>
  <p:tag name="KSO_WM_TEMPLATE_CATEGORY" val="diagram"/>
  <p:tag name="KSO_WM_TEMPLATE_INDEX" val="20235664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61.65,&quot;left&quot;:47.1625244140625,&quot;top&quot;:131.8,&quot;width&quot;:408.32495117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</p:tagLst>
</file>

<file path=ppt/tags/tag10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5664_2*l_h_a*1_1_1"/>
  <p:tag name="KSO_WM_TEMPLATE_CATEGORY" val="diagram"/>
  <p:tag name="KSO_WM_TEMPLATE_INDEX" val="20235664"/>
  <p:tag name="KSO_WM_UNIT_LAYERLEVEL" val="1_1_1"/>
  <p:tag name="KSO_WM_TAG_VERSION" val="3.0"/>
  <p:tag name="KSO_WM_UNIT_VALUE" val="25"/>
  <p:tag name="KSO_WM_DIAGRAM_MAX_ITEMCNT" val="4"/>
  <p:tag name="KSO_WM_DIAGRAM_MIN_ITEMCNT" val="2"/>
  <p:tag name="KSO_WM_DIAGRAM_VIRTUALLY_FRAME" val="{&quot;height&quot;:361.65,&quot;left&quot;:47.1625244140625,&quot;top&quot;:131.8,&quot;width&quot;:408.32495117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PRESET_TEXT" val="单击添加标题"/>
  <p:tag name="KSO_WM_UNIT_TEXT_FILL_FORE_SCHEMECOLOR_INDEX" val="1"/>
  <p:tag name="KSO_WM_UNIT_TEXT_FILL_TYPE" val="1"/>
</p:tagLst>
</file>

<file path=ppt/tags/tag107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5664_2*l_h_f*1_1_1"/>
  <p:tag name="KSO_WM_TEMPLATE_CATEGORY" val="diagram"/>
  <p:tag name="KSO_WM_TEMPLATE_INDEX" val="20235664"/>
  <p:tag name="KSO_WM_UNIT_LAYERLEVEL" val="1_1_1"/>
  <p:tag name="KSO_WM_TAG_VERSION" val="3.0"/>
  <p:tag name="KSO_WM_UNIT_VALUE" val="111"/>
  <p:tag name="KSO_WM_DIAGRAM_MAX_ITEMCNT" val="4"/>
  <p:tag name="KSO_WM_DIAGRAM_MIN_ITEMCNT" val="2"/>
  <p:tag name="KSO_WM_DIAGRAM_VIRTUALLY_FRAME" val="{&quot;height&quot;:361.65,&quot;left&quot;:47.1625244140625,&quot;top&quot;:131.8,&quot;width&quot;:408.32495117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PRESET_TEXT" val="单击添加正文，文字是您思想的提炼，为了最终演示发布的良好效果。根据需要可酌情增减文字，以便观者准确理解您所传达的信息。"/>
  <p:tag name="KSO_WM_UNIT_TEXT_FILL_FORE_SCHEMECOLOR_INDEX" val="1"/>
  <p:tag name="KSO_WM_UNIT_TEXT_FILL_TYPE" val="1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2"/>
  <p:tag name="KSO_WM_UNIT_ID" val="diagram20235664_2*l_h_i*1_1_2"/>
  <p:tag name="KSO_WM_TEMPLATE_CATEGORY" val="diagram"/>
  <p:tag name="KSO_WM_TEMPLATE_INDEX" val="20235664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61.65,&quot;left&quot;:47.1625244140625,&quot;top&quot;:131.8,&quot;width&quot;:408.3249511718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LINE_FORE_SCHEMECOLOR_INDEX" val="5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2"/>
  <p:tag name="KSO_WM_UNIT_ID" val="diagram20235664_2*l_h_i*1_2_2"/>
  <p:tag name="KSO_WM_TEMPLATE_CATEGORY" val="diagram"/>
  <p:tag name="KSO_WM_TEMPLATE_INDEX" val="20235664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61.65,&quot;left&quot;:47.1625244140625,&quot;top&quot;:131.8,&quot;width&quot;:408.3249511718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LINE_FORE_SCHEMECOLOR_INDEX" val="5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diagram20235664_2*l_h_i*1_2_1"/>
  <p:tag name="KSO_WM_TEMPLATE_CATEGORY" val="diagram"/>
  <p:tag name="KSO_WM_TEMPLATE_INDEX" val="20235664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61.65,&quot;left&quot;:47.1625244140625,&quot;top&quot;:131.8,&quot;width&quot;:408.32495117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</p:tagLst>
</file>

<file path=ppt/tags/tag11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5664_2*l_h_a*1_2_1"/>
  <p:tag name="KSO_WM_TEMPLATE_CATEGORY" val="diagram"/>
  <p:tag name="KSO_WM_TEMPLATE_INDEX" val="20235664"/>
  <p:tag name="KSO_WM_UNIT_LAYERLEVEL" val="1_1_1"/>
  <p:tag name="KSO_WM_TAG_VERSION" val="3.0"/>
  <p:tag name="KSO_WM_UNIT_VALUE" val="25"/>
  <p:tag name="KSO_WM_DIAGRAM_MAX_ITEMCNT" val="4"/>
  <p:tag name="KSO_WM_DIAGRAM_MIN_ITEMCNT" val="2"/>
  <p:tag name="KSO_WM_DIAGRAM_VIRTUALLY_FRAME" val="{&quot;height&quot;:361.65,&quot;left&quot;:47.1625244140625,&quot;top&quot;:131.8,&quot;width&quot;:408.32495117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PRESET_TEXT" val="单击添加标题"/>
  <p:tag name="KSO_WM_UNIT_TEXT_FILL_FORE_SCHEMECOLOR_INDEX" val="1"/>
  <p:tag name="KSO_WM_UNIT_TEXT_FILL_TYPE" val="1"/>
</p:tagLst>
</file>

<file path=ppt/tags/tag112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5664_2*l_h_f*1_2_1"/>
  <p:tag name="KSO_WM_TEMPLATE_CATEGORY" val="diagram"/>
  <p:tag name="KSO_WM_TEMPLATE_INDEX" val="20235664"/>
  <p:tag name="KSO_WM_UNIT_LAYERLEVEL" val="1_1_1"/>
  <p:tag name="KSO_WM_TAG_VERSION" val="3.0"/>
  <p:tag name="KSO_WM_UNIT_VALUE" val="111"/>
  <p:tag name="KSO_WM_DIAGRAM_MAX_ITEMCNT" val="4"/>
  <p:tag name="KSO_WM_DIAGRAM_MIN_ITEMCNT" val="2"/>
  <p:tag name="KSO_WM_DIAGRAM_VIRTUALLY_FRAME" val="{&quot;height&quot;:361.65,&quot;left&quot;:47.1625244140625,&quot;top&quot;:131.8,&quot;width&quot;:408.32495117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PRESET_TEXT" val="单击添加正文，文字是您思想的提炼，为了演示发布的良好效果。根据需要可酌情增减文字，以便观者准确理解您所传达的信息。"/>
  <p:tag name="KSO_WM_UNIT_TEXT_FILL_FORE_SCHEMECOLOR_INDEX" val="1"/>
  <p:tag name="KSO_WM_UNIT_TEXT_FILL_TYPE" val="1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diagram20235664_2*l_h_i*1_3_1"/>
  <p:tag name="KSO_WM_TEMPLATE_CATEGORY" val="diagram"/>
  <p:tag name="KSO_WM_TEMPLATE_INDEX" val="20235664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61.65,&quot;left&quot;:47.1625244140625,&quot;top&quot;:131.8,&quot;width&quot;:408.32495117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</p:tagLst>
</file>

<file path=ppt/tags/tag11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5664_2*l_h_a*1_3_1"/>
  <p:tag name="KSO_WM_TEMPLATE_CATEGORY" val="diagram"/>
  <p:tag name="KSO_WM_TEMPLATE_INDEX" val="20235664"/>
  <p:tag name="KSO_WM_UNIT_LAYERLEVEL" val="1_1_1"/>
  <p:tag name="KSO_WM_TAG_VERSION" val="3.0"/>
  <p:tag name="KSO_WM_UNIT_VALUE" val="25"/>
  <p:tag name="KSO_WM_DIAGRAM_MAX_ITEMCNT" val="4"/>
  <p:tag name="KSO_WM_DIAGRAM_MIN_ITEMCNT" val="2"/>
  <p:tag name="KSO_WM_DIAGRAM_VIRTUALLY_FRAME" val="{&quot;height&quot;:361.65,&quot;left&quot;:47.1625244140625,&quot;top&quot;:131.8,&quot;width&quot;:408.32495117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PRESET_TEXT" val="单击添加标题"/>
  <p:tag name="KSO_WM_UNIT_TEXT_FILL_FORE_SCHEMECOLOR_INDEX" val="1"/>
  <p:tag name="KSO_WM_UNIT_TEXT_FILL_TYPE" val="1"/>
</p:tagLst>
</file>

<file path=ppt/tags/tag115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5664_2*l_h_f*1_3_1"/>
  <p:tag name="KSO_WM_TEMPLATE_CATEGORY" val="diagram"/>
  <p:tag name="KSO_WM_TEMPLATE_INDEX" val="20235664"/>
  <p:tag name="KSO_WM_UNIT_LAYERLEVEL" val="1_1_1"/>
  <p:tag name="KSO_WM_TAG_VERSION" val="3.0"/>
  <p:tag name="KSO_WM_UNIT_VALUE" val="111"/>
  <p:tag name="KSO_WM_DIAGRAM_MAX_ITEMCNT" val="4"/>
  <p:tag name="KSO_WM_DIAGRAM_MIN_ITEMCNT" val="2"/>
  <p:tag name="KSO_WM_DIAGRAM_VIRTUALLY_FRAME" val="{&quot;height&quot;:361.65,&quot;left&quot;:47.1625244140625,&quot;top&quot;:131.8,&quot;width&quot;:408.32495117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PRESET_TEXT" val="单击添加正文，文字是您思想的提炼，为了最终演示发布的良好效果。根据需要可酌情增减文字，以便观者准确理解您所传达的信息。"/>
  <p:tag name="KSO_WM_UNIT_TEXT_FILL_FORE_SCHEMECOLOR_INDEX" val="1"/>
  <p:tag name="KSO_WM_UNIT_TEXT_FILL_TYPE" val="1"/>
</p:tagLst>
</file>

<file path=ppt/tags/tag116.xml><?xml version="1.0" encoding="utf-8"?>
<p:tagLst xmlns:p="http://schemas.openxmlformats.org/presentationml/2006/main">
  <p:tag name="KSO_WM_SLIDE_ID" val="custom20233314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3314"/>
  <p:tag name="KSO_WM_SLIDE_TYPE" val="text"/>
  <p:tag name="KSO_WM_SLIDE_SUBTYPE" val="picTxt"/>
  <p:tag name="KSO_WM_SLIDE_SIZE" val="408.225*361.6"/>
  <p:tag name="KSO_WM_SLIDE_POSITION" val="47.2*131.8"/>
  <p:tag name="KSO_WM_SLIDE_LAYOUT" val="a_d_l"/>
  <p:tag name="KSO_WM_SLIDE_LAYOUT_CNT" val="1_1_1"/>
  <p:tag name="KSO_WM_SPECIAL_SOURCE" val="bdnull"/>
  <p:tag name="KSO_WM_DIAGRAM_GROUP_CODE" val="l1-1"/>
  <p:tag name="KSO_WM_SLIDE_DIAGTYPE" val="l"/>
</p:tagLst>
</file>

<file path=ppt/tags/tag11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3147_3*l_h_d*1_1_1"/>
  <p:tag name="KSO_WM_TEMPLATE_CATEGORY" val="diagram"/>
  <p:tag name="KSO_WM_TEMPLATE_INDEX" val="20233147"/>
  <p:tag name="KSO_WM_UNIT_LAYERLEVEL" val="1_1_1"/>
  <p:tag name="KSO_WM_TAG_VERSION" val="3.0"/>
  <p:tag name="KSO_WM_UNIT_VALUE" val="706*662"/>
  <p:tag name="KSO_WM_DIAGRAM_GROUP_CODE" val="l1-1"/>
  <p:tag name="KSO_WM_UNIT_TYPE" val="l_h_d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1412658691406,&quot;left&quot;:73.31742784394991,&quot;top&quot;:141.69011509692572,&quot;width&quot;:812.9407348632812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PICTURE_SUBTYPE" val="b"/>
  <p:tag name="KSO_WM_UNIT_LINE_FORE_SCHEMECOLOR_INDEX" val="13"/>
  <p:tag name="MH_PIC_SOURCE_TYPE" val="ai_match*VCG41N1404742296**1751867027631_4.33_4c93cb1c24a8-slide-1"/>
</p:tagLst>
</file>

<file path=ppt/tags/tag11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3147_3*l_h_f*1_1_1"/>
  <p:tag name="KSO_WM_TEMPLATE_CATEGORY" val="diagram"/>
  <p:tag name="KSO_WM_TEMPLATE_INDEX" val="2023314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1412658691406,&quot;left&quot;:73.31742784394991,&quot;top&quot;:141.69011509692572,&quot;width&quot;:812.9407348632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项正文，文字是您思想的提炼"/>
  <p:tag name="KSO_WM_UNIT_TEXT_FILL_FORE_SCHEMECOLOR_INDEX" val="1"/>
  <p:tag name="KSO_WM_UNIT_TEXT_FILL_TYPE" val="1"/>
</p:tagLst>
</file>

<file path=ppt/tags/tag11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3147_3*l_h_a*1_1_1"/>
  <p:tag name="KSO_WM_TEMPLATE_CATEGORY" val="diagram"/>
  <p:tag name="KSO_WM_TEMPLATE_INDEX" val="2023314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1412658691406,&quot;left&quot;:73.31742784394991,&quot;top&quot;:141.69011509692572,&quot;width&quot;:812.9407348632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TEXT_FILL_FORE_SCHEMECOLOR_INDEX" val="1"/>
  <p:tag name="KSO_WM_UNIT_TEXT_FILL_TYPE" val="1"/>
</p:tagLst>
</file>

<file path=ppt/tags/tag12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3147_3*l_h_d*1_2_1"/>
  <p:tag name="KSO_WM_TEMPLATE_CATEGORY" val="diagram"/>
  <p:tag name="KSO_WM_TEMPLATE_INDEX" val="20233147"/>
  <p:tag name="KSO_WM_UNIT_LAYERLEVEL" val="1_1_1"/>
  <p:tag name="KSO_WM_TAG_VERSION" val="3.0"/>
  <p:tag name="KSO_WM_UNIT_VALUE" val="706*662"/>
  <p:tag name="KSO_WM_DIAGRAM_GROUP_CODE" val="l1-1"/>
  <p:tag name="KSO_WM_UNIT_TYPE" val="l_h_d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1412658691406,&quot;left&quot;:73.31742784394991,&quot;top&quot;:141.69011509692572,&quot;width&quot;:812.9407348632812}"/>
  <p:tag name="KSO_WM_DIAGRAM_COLOR_MATCH_VALUE" val="{&quot;shape&quot;:{&quot;fill&quot;:{&quot;solid&quot;:{&quot;brightness&quot;:0,&quot;colorType&quot;:1,&quot;foreColorIndex&quot;:5,&quot;transparency&quot;:0.5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PICTURE_SUBTYPE" val="b"/>
  <p:tag name="KSO_WM_UNIT_FILL_TYPE" val="1"/>
  <p:tag name="KSO_WM_UNIT_FILL_FORE_SCHEMECOLOR_INDEX" val="5"/>
  <p:tag name="KSO_WM_UNIT_FILL_FORE_SCHEMECOLOR_INDEX_BRIGHTNESS" val="0"/>
  <p:tag name="KSO_WM_UNIT_LINE_FORE_SCHEMECOLOR_INDEX" val="13"/>
</p:tagLst>
</file>

<file path=ppt/tags/tag12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3147_3*l_h_f*1_2_1"/>
  <p:tag name="KSO_WM_TEMPLATE_CATEGORY" val="diagram"/>
  <p:tag name="KSO_WM_TEMPLATE_INDEX" val="2023314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1412658691406,&quot;left&quot;:73.31742784394991,&quot;top&quot;:141.69011509692572,&quot;width&quot;:812.9407348632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项正文，文字是您思想的提炼"/>
  <p:tag name="KSO_WM_UNIT_TEXT_FILL_FORE_SCHEMECOLOR_INDEX" val="1"/>
  <p:tag name="KSO_WM_UNIT_TEXT_FILL_TYPE" val="1"/>
</p:tagLst>
</file>

<file path=ppt/tags/tag12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3147_3*l_h_a*1_2_1"/>
  <p:tag name="KSO_WM_TEMPLATE_CATEGORY" val="diagram"/>
  <p:tag name="KSO_WM_TEMPLATE_INDEX" val="2023314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1412658691406,&quot;left&quot;:73.31742784394991,&quot;top&quot;:141.69011509692572,&quot;width&quot;:812.9407348632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TEXT_FILL_FORE_SCHEMECOLOR_INDEX" val="1"/>
  <p:tag name="KSO_WM_UNIT_TEXT_FILL_TYPE" val="1"/>
</p:tagLst>
</file>

<file path=ppt/tags/tag12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3147_3*l_h_d*1_3_1"/>
  <p:tag name="KSO_WM_TEMPLATE_CATEGORY" val="diagram"/>
  <p:tag name="KSO_WM_TEMPLATE_INDEX" val="20233147"/>
  <p:tag name="KSO_WM_UNIT_LAYERLEVEL" val="1_1_1"/>
  <p:tag name="KSO_WM_TAG_VERSION" val="3.0"/>
  <p:tag name="KSO_WM_UNIT_VALUE" val="706*662"/>
  <p:tag name="KSO_WM_DIAGRAM_GROUP_CODE" val="l1-1"/>
  <p:tag name="KSO_WM_UNIT_TYPE" val="l_h_d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1412658691406,&quot;left&quot;:73.31742784394991,&quot;top&quot;:141.69011509692572,&quot;width&quot;:812.9407348632812}"/>
  <p:tag name="KSO_WM_DIAGRAM_COLOR_MATCH_VALUE" val="{&quot;shape&quot;:{&quot;fill&quot;:{&quot;solid&quot;:{&quot;brightness&quot;:0,&quot;colorType&quot;:1,&quot;foreColorIndex&quot;:5,&quot;transparency&quot;:0.5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PICTURE_SUBTYPE" val="b"/>
  <p:tag name="KSO_WM_UNIT_FILL_TYPE" val="1"/>
  <p:tag name="KSO_WM_UNIT_FILL_FORE_SCHEMECOLOR_INDEX" val="5"/>
  <p:tag name="KSO_WM_UNIT_FILL_FORE_SCHEMECOLOR_INDEX_BRIGHTNESS" val="0"/>
  <p:tag name="KSO_WM_UNIT_LINE_FORE_SCHEMECOLOR_INDEX" val="13"/>
</p:tagLst>
</file>

<file path=ppt/tags/tag12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3147_3*l_h_f*1_3_1"/>
  <p:tag name="KSO_WM_TEMPLATE_CATEGORY" val="diagram"/>
  <p:tag name="KSO_WM_TEMPLATE_INDEX" val="2023314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1412658691406,&quot;left&quot;:73.31742784394991,&quot;top&quot;:141.69011509692572,&quot;width&quot;:812.9407348632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项正文，文字是您思想的提炼"/>
  <p:tag name="KSO_WM_UNIT_TEXT_FILL_FORE_SCHEMECOLOR_INDEX" val="1"/>
  <p:tag name="KSO_WM_UNIT_TEXT_FILL_TYPE" val="1"/>
</p:tagLst>
</file>

<file path=ppt/tags/tag12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3147_3*l_h_a*1_3_1"/>
  <p:tag name="KSO_WM_TEMPLATE_CATEGORY" val="diagram"/>
  <p:tag name="KSO_WM_TEMPLATE_INDEX" val="2023314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1412658691406,&quot;left&quot;:73.31742784394991,&quot;top&quot;:141.69011509692572,&quot;width&quot;:812.9407348632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TEXT_FILL_FORE_SCHEMECOLOR_INDEX" val="1"/>
  <p:tag name="KSO_WM_UNIT_TEXT_FILL_TYPE" val="1"/>
</p:tagLst>
</file>

<file path=ppt/tags/tag12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3147_3*l_h_d*1_4_1"/>
  <p:tag name="KSO_WM_TEMPLATE_CATEGORY" val="diagram"/>
  <p:tag name="KSO_WM_TEMPLATE_INDEX" val="20233147"/>
  <p:tag name="KSO_WM_UNIT_LAYERLEVEL" val="1_1_1"/>
  <p:tag name="KSO_WM_TAG_VERSION" val="3.0"/>
  <p:tag name="KSO_WM_UNIT_VALUE" val="706*662"/>
  <p:tag name="KSO_WM_DIAGRAM_GROUP_CODE" val="l1-1"/>
  <p:tag name="KSO_WM_UNIT_TYPE" val="l_h_d"/>
  <p:tag name="KSO_WM_UNIT_INDEX" val="1_4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1412658691406,&quot;left&quot;:73.31742784394991,&quot;top&quot;:141.69011509692572,&quot;width&quot;:812.9407348632812}"/>
  <p:tag name="KSO_WM_DIAGRAM_COLOR_MATCH_VALUE" val="{&quot;shape&quot;:{&quot;fill&quot;:{&quot;solid&quot;:{&quot;brightness&quot;:0,&quot;colorType&quot;:1,&quot;foreColorIndex&quot;:5,&quot;transparency&quot;:0.5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PICTURE_SUBTYPE" val="b"/>
  <p:tag name="KSO_WM_UNIT_FILL_TYPE" val="1"/>
  <p:tag name="KSO_WM_UNIT_FILL_FORE_SCHEMECOLOR_INDEX" val="5"/>
  <p:tag name="KSO_WM_UNIT_FILL_FORE_SCHEMECOLOR_INDEX_BRIGHTNESS" val="0"/>
  <p:tag name="KSO_WM_UNIT_LINE_FORE_SCHEMECOLOR_INDEX" val="13"/>
</p:tagLst>
</file>

<file path=ppt/tags/tag12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3147_3*l_h_f*1_4_1"/>
  <p:tag name="KSO_WM_TEMPLATE_CATEGORY" val="diagram"/>
  <p:tag name="KSO_WM_TEMPLATE_INDEX" val="2023314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1412658691406,&quot;left&quot;:73.31742784394991,&quot;top&quot;:141.69011509692572,&quot;width&quot;:812.9407348632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项正文，文字是您思想的提炼"/>
  <p:tag name="KSO_WM_UNIT_TEXT_FILL_FORE_SCHEMECOLOR_INDEX" val="1"/>
  <p:tag name="KSO_WM_UNIT_TEXT_FILL_TYPE" val="1"/>
</p:tagLst>
</file>

<file path=ppt/tags/tag12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diagram20233147_3*l_h_a*1_4_1"/>
  <p:tag name="KSO_WM_TEMPLATE_CATEGORY" val="diagram"/>
  <p:tag name="KSO_WM_TEMPLATE_INDEX" val="2023314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1412658691406,&quot;left&quot;:73.31742784394991,&quot;top&quot;:141.69011509692572,&quot;width&quot;:812.9407348632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TEXT_FILL_FORE_SCHEMECOLOR_INDEX" val="1"/>
  <p:tag name="KSO_WM_UNIT_TEXT_FILL_TYPE" val="1"/>
</p:tagLst>
</file>

<file path=ppt/tags/tag12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INDEX" val="616"/>
  <p:tag name="KSO_WM_TEMPLATE_CATEGORY" val="custom"/>
  <p:tag name="KSO_WM_UNIT_ID" val="custom616_4*a*1"/>
  <p:tag name="KSO_WM_UNIT_LAYERLEVEL" val="1"/>
</p:tagLst>
</file>

<file path=ppt/tags/tag130.xml><?xml version="1.0" encoding="utf-8"?>
<p:tagLst xmlns:p="http://schemas.openxmlformats.org/presentationml/2006/main">
  <p:tag name="KSO_WM_SLIDE_ID" val="diagram20233147_3"/>
  <p:tag name="KSO_WM_TEMPLATE_SUBCATEGORY" val="0"/>
  <p:tag name="KSO_WM_TEMPLATE_MASTER_TYPE" val="0"/>
  <p:tag name="KSO_WM_TEMPLATE_COLOR_TYPE" val="0"/>
  <p:tag name="KSO_WM_SLIDE_ITEM_CNT" val="4"/>
  <p:tag name="KSO_WM_SLIDE_INDEX" val="3"/>
  <p:tag name="KSO_WM_TAG_VERSION" val="3.0"/>
  <p:tag name="KSO_WM_BEAUTIFY_FLAG" val="#wm#"/>
  <p:tag name="KSO_WM_TEMPLATE_CATEGORY" val="diagram"/>
  <p:tag name="KSO_WM_TEMPLATE_INDEX" val="20233147"/>
  <p:tag name="KSO_WM_SLIDE_TYPE" val="text"/>
  <p:tag name="KSO_WM_SLIDE_SUBTYPE" val="diag"/>
  <p:tag name="KSO_WM_SLIDE_SIZE" val="812.941*336.878"/>
  <p:tag name="KSO_WM_SLIDE_POSITION" val="73.3256*155.822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31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  <p:tag name="KSO_WM_TEMPLATE_INDEX" val="616"/>
  <p:tag name="KSO_WM_TEMPLATE_CATEGORY" val="custom"/>
  <p:tag name="KSO_WM_UNIT_ID" val="custom616_3*d*1"/>
  <p:tag name="KSO_WM_UNIT_LAYERLEVEL" val="1"/>
</p:tagLst>
</file>

<file path=ppt/tags/tag132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INDEX" val="616"/>
  <p:tag name="KSO_WM_TEMPLATE_CATEGORY" val="custom"/>
  <p:tag name="KSO_WM_UNIT_ID" val="custom616_3*i*1"/>
  <p:tag name="KSO_WM_UNIT_LAYERLEVEL" val="1"/>
</p:tagLst>
</file>

<file path=ppt/tags/tag133.xml><?xml version="1.0" encoding="utf-8"?>
<p:tagLst xmlns:p="http://schemas.openxmlformats.org/presentationml/2006/main">
  <p:tag name="KSO_WM_UNIT_TYPE" val="i"/>
  <p:tag name="KSO_WM_DECORATE_TYPE" val="i_cd"/>
  <p:tag name="KSO_WM_UNIT_INDEX" val="2"/>
  <p:tag name="KSO_WM_BEAUTIFY_FLAG" val="#wm#"/>
  <p:tag name="KSO_WM_TAG_VERSION" val="3.0"/>
  <p:tag name="KSO_WM_TEMPLATE_INDEX" val="616"/>
  <p:tag name="KSO_WM_TEMPLATE_CATEGORY" val="custom"/>
  <p:tag name="KSO_WM_UNIT_ID" val="custom616_3*i*2"/>
  <p:tag name="KSO_WM_UNIT_LAYERLEVEL" val="1"/>
</p:tagLst>
</file>

<file path=ppt/tags/tag134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TEMPLATE_INDEX" val="616"/>
  <p:tag name="KSO_WM_TEMPLATE_CATEGORY" val="custom"/>
  <p:tag name="KSO_WM_UNIT_ID" val="custom616_3*e*1"/>
  <p:tag name="KSO_WM_UNIT_LAYERLEVEL" val="1"/>
  <p:tag name="KSO_WM_UNIT_PRESET_TEXT" val="01"/>
</p:tagLst>
</file>

<file path=ppt/tags/tag13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INDEX" val="616"/>
  <p:tag name="KSO_WM_TEMPLATE_CATEGORY" val="custom"/>
  <p:tag name="KSO_WM_UNIT_ID" val="custom616_3*a*1"/>
  <p:tag name="KSO_WM_UNIT_LAYERLEVEL" val="1"/>
</p:tagLst>
</file>

<file path=ppt/tags/tag136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TEMPLATE_PLACEHOLDER_POS" val="0,0,192,540"/>
  <p:tag name="KSO_WM_SLIDE_SUBTYPE" val="pureTxt"/>
  <p:tag name="KSO_WM_SLIDE_ITEM_CNT" val="0"/>
  <p:tag name="KSO_WM_TEMPLATE_INDEX" val="616"/>
  <p:tag name="KSO_WM_SLIDE_THEME_ID" val="20232116"/>
  <p:tag name="KSO_WM_SLIDE_INDEX" val="3"/>
  <p:tag name="KSO_WM_BEAUTIFY_FLAG" val="#wm#"/>
  <p:tag name="KSO_WM_TEMPLATE_CATEGORY" val="custom"/>
  <p:tag name="KSO_WM_SLIDE_ID" val="custom616_3"/>
  <p:tag name="KSO_WM_SLIDE_LAYOUT" val="a_d_e_i"/>
  <p:tag name="KSO_WM_SLIDE_LAYOUT_CNT" val="1_1_1_2"/>
</p:tagLst>
</file>

<file path=ppt/tags/tag137.xml><?xml version="1.0" encoding="utf-8"?>
<p:tagLst xmlns:p="http://schemas.openxmlformats.org/presentationml/2006/main">
  <p:tag name="KSO_WM_SLIDE_ID" val="custom20232484_1"/>
  <p:tag name="KSO_WM_TEMPLATE_SUBCATEGORY" val="0"/>
  <p:tag name="KSO_WM_TEMPLATE_MASTER_TYPE" val="0"/>
  <p:tag name="KSO_WM_TEMPLATE_COLOR_TYPE" val="0"/>
  <p:tag name="KSO_WM_SLIDE_ITEM_CNT" val="2"/>
  <p:tag name="KSO_WM_SLIDE_INDEX" val="1"/>
  <p:tag name="KSO_WM_TAG_VERSION" val="3.0"/>
  <p:tag name="KSO_WM_BEAUTIFY_FLAG" val="#wm#"/>
  <p:tag name="KSO_WM_TEMPLATE_CATEGORY" val="custom"/>
  <p:tag name="KSO_WM_TEMPLATE_INDEX" val="20232484"/>
  <p:tag name="KSO_WM_SLIDE_TYPE" val="text"/>
  <p:tag name="KSO_WM_SLIDE_SUBTYPE" val="picTxt"/>
  <p:tag name="KSO_WM_SLIDE_SIZE" val="746*95.95"/>
  <p:tag name="KSO_WM_SLIDE_POSITION" val="120.25*376.775"/>
  <p:tag name="KSO_WM_SLIDE_LAYOUT" val="a_d_l"/>
  <p:tag name="KSO_WM_SLIDE_LAYOUT_CNT" val="1_1_1"/>
  <p:tag name="KSO_WM_SPECIAL_SOURCE" val="bdnull"/>
  <p:tag name="KSO_WM_DIAGRAM_GROUP_CODE" val="l1-1"/>
  <p:tag name="KSO_WM_SLIDE_DIAGTYPE" val="l"/>
</p:tagLst>
</file>

<file path=ppt/tags/tag138.xml><?xml version="1.0" encoding="utf-8"?>
<p:tagLst xmlns:p="http://schemas.openxmlformats.org/presentationml/2006/main">
  <p:tag name="KSO_WM_SLIDE_ID" val="diagram20230968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TAG_VERSION" val="3.0"/>
  <p:tag name="KSO_WM_BEAUTIFY_FLAG" val="#wm#"/>
  <p:tag name="KSO_WM_TEMPLATE_CATEGORY" val="diagram"/>
  <p:tag name="KSO_WM_TEMPLATE_INDEX" val="20230968"/>
  <p:tag name="KSO_WM_SLIDE_TYPE" val="text"/>
  <p:tag name="KSO_WM_SLIDE_SUBTYPE" val="diag"/>
  <p:tag name="KSO_WM_SLIDE_SIZE" val="850.4*365.625"/>
  <p:tag name="KSO_WM_SLIDE_POSITION" val="54.8*111.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39.xml><?xml version="1.0" encoding="utf-8"?>
<p:tagLst xmlns:p="http://schemas.openxmlformats.org/presentationml/2006/main">
  <p:tag name="KSO_WM_SLIDE_ID" val="diagram20233315_2"/>
  <p:tag name="KSO_WM_TEMPLATE_SUBCATEGORY" val="0"/>
  <p:tag name="KSO_WM_TEMPLATE_MASTER_TYPE" val="0"/>
  <p:tag name="KSO_WM_TEMPLATE_COLOR_TYPE" val="0"/>
  <p:tag name="KSO_WM_SLIDE_ITEM_CNT" val="4"/>
  <p:tag name="KSO_WM_SLIDE_INDEX" val="2"/>
  <p:tag name="KSO_WM_TAG_VERSION" val="3.0"/>
  <p:tag name="KSO_WM_BEAUTIFY_FLAG" val="#wm#"/>
  <p:tag name="KSO_WM_TEMPLATE_CATEGORY" val="diagram"/>
  <p:tag name="KSO_WM_TEMPLATE_INDEX" val="20233315"/>
  <p:tag name="KSO_WM_SLIDE_TYPE" val="text"/>
  <p:tag name="KSO_WM_SLIDE_SUBTYPE" val="diag"/>
  <p:tag name="KSO_WM_SLIDE_SIZE" val="850.394*297.555"/>
  <p:tag name="KSO_WM_SLIDE_POSITION" val="54.8032*139.28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40.xml><?xml version="1.0" encoding="utf-8"?>
<p:tagLst xmlns:p="http://schemas.openxmlformats.org/presentationml/2006/main">
  <p:tag name="KSO_WM_BEAUTIFY_FLAG" val="#wm#"/>
  <p:tag name="KSO_WM_TEMPLATE_CATEGORY" val="diagram"/>
  <p:tag name="KSO_WM_TEMPLATE_INDEX" val="20233315"/>
</p:tagLst>
</file>

<file path=ppt/tags/tag141.xml><?xml version="1.0" encoding="utf-8"?>
<p:tagLst xmlns:p="http://schemas.openxmlformats.org/presentationml/2006/main">
  <p:tag name="KSO_WM_BEAUTIFY_FLAG" val="#wm#"/>
  <p:tag name="KSO_WM_TEMPLATE_CATEGORY" val="diagram"/>
  <p:tag name="KSO_WM_TEMPLATE_INDEX" val="20233315"/>
</p:tagLst>
</file>

<file path=ppt/tags/tag142.xml><?xml version="1.0" encoding="utf-8"?>
<p:tagLst xmlns:p="http://schemas.openxmlformats.org/presentationml/2006/main">
  <p:tag name="KSO_WM_BEAUTIFY_FLAG" val="#wm#"/>
  <p:tag name="KSO_WM_TEMPLATE_CATEGORY" val="diagram"/>
  <p:tag name="KSO_WM_TEMPLATE_INDEX" val="20233315"/>
</p:tagLst>
</file>

<file path=ppt/tags/tag143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  <p:tag name="KSO_WM_TEMPLATE_INDEX" val="616"/>
  <p:tag name="KSO_WM_TEMPLATE_CATEGORY" val="custom"/>
  <p:tag name="KSO_WM_UNIT_ID" val="custom616_3*d*1"/>
  <p:tag name="KSO_WM_UNIT_LAYERLEVEL" val="1"/>
</p:tagLst>
</file>

<file path=ppt/tags/tag144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INDEX" val="616"/>
  <p:tag name="KSO_WM_TEMPLATE_CATEGORY" val="custom"/>
  <p:tag name="KSO_WM_UNIT_ID" val="custom616_3*i*1"/>
  <p:tag name="KSO_WM_UNIT_LAYERLEVEL" val="1"/>
</p:tagLst>
</file>

<file path=ppt/tags/tag145.xml><?xml version="1.0" encoding="utf-8"?>
<p:tagLst xmlns:p="http://schemas.openxmlformats.org/presentationml/2006/main">
  <p:tag name="KSO_WM_UNIT_TYPE" val="i"/>
  <p:tag name="KSO_WM_DECORATE_TYPE" val="i_cd"/>
  <p:tag name="KSO_WM_UNIT_INDEX" val="2"/>
  <p:tag name="KSO_WM_BEAUTIFY_FLAG" val="#wm#"/>
  <p:tag name="KSO_WM_TAG_VERSION" val="3.0"/>
  <p:tag name="KSO_WM_TEMPLATE_INDEX" val="616"/>
  <p:tag name="KSO_WM_TEMPLATE_CATEGORY" val="custom"/>
  <p:tag name="KSO_WM_UNIT_ID" val="custom616_3*i*2"/>
  <p:tag name="KSO_WM_UNIT_LAYERLEVEL" val="1"/>
</p:tagLst>
</file>

<file path=ppt/tags/tag146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TEMPLATE_INDEX" val="616"/>
  <p:tag name="KSO_WM_TEMPLATE_CATEGORY" val="custom"/>
  <p:tag name="KSO_WM_UNIT_ID" val="custom616_3*e*1"/>
  <p:tag name="KSO_WM_UNIT_LAYERLEVEL" val="1"/>
  <p:tag name="KSO_WM_UNIT_PRESET_TEXT" val="01"/>
</p:tagLst>
</file>

<file path=ppt/tags/tag14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INDEX" val="616"/>
  <p:tag name="KSO_WM_TEMPLATE_CATEGORY" val="custom"/>
  <p:tag name="KSO_WM_UNIT_ID" val="custom616_3*a*1"/>
  <p:tag name="KSO_WM_UNIT_LAYERLEVEL" val="1"/>
</p:tagLst>
</file>

<file path=ppt/tags/tag148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TEMPLATE_PLACEHOLDER_POS" val="0,0,192,540"/>
  <p:tag name="KSO_WM_SLIDE_SUBTYPE" val="pureTxt"/>
  <p:tag name="KSO_WM_SLIDE_ITEM_CNT" val="0"/>
  <p:tag name="KSO_WM_TEMPLATE_INDEX" val="616"/>
  <p:tag name="KSO_WM_SLIDE_THEME_ID" val="20232116"/>
  <p:tag name="KSO_WM_SLIDE_INDEX" val="3"/>
  <p:tag name="KSO_WM_BEAUTIFY_FLAG" val="#wm#"/>
  <p:tag name="KSO_WM_TEMPLATE_CATEGORY" val="custom"/>
  <p:tag name="KSO_WM_SLIDE_ID" val="custom616_3"/>
  <p:tag name="KSO_WM_SLIDE_LAYOUT" val="a_d_e_i"/>
  <p:tag name="KSO_WM_SLIDE_LAYOUT_CNT" val="1_1_1_2"/>
</p:tagLst>
</file>

<file path=ppt/tags/tag149.xml><?xml version="1.0" encoding="utf-8"?>
<p:tagLst xmlns:p="http://schemas.openxmlformats.org/presentationml/2006/main">
  <p:tag name="KSO_WM_BEAUTIFY_FLAG" val="#wm#"/>
  <p:tag name="KSO_WM_TEMPLATE_CATEGORY" val="custom"/>
  <p:tag name="KSO_WM_TEMPLATE_INDEX" val="616"/>
</p:tagLst>
</file>

<file path=ppt/tags/tag150.xml><?xml version="1.0" encoding="utf-8"?>
<p:tagLst xmlns:p="http://schemas.openxmlformats.org/presentationml/2006/main">
  <p:tag name="KSO_WM_BEAUTIFY_FLAG" val="#wm#"/>
  <p:tag name="KSO_WM_TEMPLATE_CATEGORY" val="custom"/>
  <p:tag name="KSO_WM_TEMPLATE_INDEX" val="616"/>
</p:tagLst>
</file>

<file path=ppt/tags/tag151.xml><?xml version="1.0" encoding="utf-8"?>
<p:tagLst xmlns:p="http://schemas.openxmlformats.org/presentationml/2006/main">
  <p:tag name="KSO_WM_BEAUTIFY_FLAG" val="#wm#"/>
  <p:tag name="KSO_WM_TEMPLATE_CATEGORY" val="custom"/>
  <p:tag name="KSO_WM_TEMPLATE_INDEX" val="616"/>
</p:tagLst>
</file>

<file path=ppt/tags/tag152.xml><?xml version="1.0" encoding="utf-8"?>
<p:tagLst xmlns:p="http://schemas.openxmlformats.org/presentationml/2006/main">
  <p:tag name="KSO_WM_BEAUTIFY_FLAG" val="#wm#"/>
  <p:tag name="KSO_WM_TEMPLATE_CATEGORY" val="custom"/>
  <p:tag name="KSO_WM_TEMPLATE_INDEX" val="616"/>
</p:tagLst>
</file>

<file path=ppt/tags/tag153.xml><?xml version="1.0" encoding="utf-8"?>
<p:tagLst xmlns:p="http://schemas.openxmlformats.org/presentationml/2006/main">
  <p:tag name="KSO_WM_BEAUTIFY_FLAG" val="#wm#"/>
  <p:tag name="KSO_WM_TEMPLATE_CATEGORY" val="custom"/>
  <p:tag name="KSO_WM_TEMPLATE_INDEX" val="616"/>
</p:tagLst>
</file>

<file path=ppt/tags/tag154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  <p:tag name="KSO_WM_TEMPLATE_INDEX" val="616"/>
  <p:tag name="KSO_WM_TEMPLATE_CATEGORY" val="custom"/>
  <p:tag name="KSO_WM_UNIT_ID" val="custom616_3*d*1"/>
  <p:tag name="KSO_WM_UNIT_LAYERLEVEL" val="1"/>
</p:tagLst>
</file>

<file path=ppt/tags/tag155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INDEX" val="616"/>
  <p:tag name="KSO_WM_TEMPLATE_CATEGORY" val="custom"/>
  <p:tag name="KSO_WM_UNIT_ID" val="custom616_3*i*1"/>
  <p:tag name="KSO_WM_UNIT_LAYERLEVEL" val="1"/>
</p:tagLst>
</file>

<file path=ppt/tags/tag156.xml><?xml version="1.0" encoding="utf-8"?>
<p:tagLst xmlns:p="http://schemas.openxmlformats.org/presentationml/2006/main">
  <p:tag name="KSO_WM_UNIT_TYPE" val="i"/>
  <p:tag name="KSO_WM_DECORATE_TYPE" val="i_cd"/>
  <p:tag name="KSO_WM_UNIT_INDEX" val="2"/>
  <p:tag name="KSO_WM_BEAUTIFY_FLAG" val="#wm#"/>
  <p:tag name="KSO_WM_TAG_VERSION" val="3.0"/>
  <p:tag name="KSO_WM_TEMPLATE_INDEX" val="616"/>
  <p:tag name="KSO_WM_TEMPLATE_CATEGORY" val="custom"/>
  <p:tag name="KSO_WM_UNIT_ID" val="custom616_3*i*2"/>
  <p:tag name="KSO_WM_UNIT_LAYERLEVEL" val="1"/>
</p:tagLst>
</file>

<file path=ppt/tags/tag157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TEMPLATE_INDEX" val="616"/>
  <p:tag name="KSO_WM_TEMPLATE_CATEGORY" val="custom"/>
  <p:tag name="KSO_WM_UNIT_ID" val="custom616_3*e*1"/>
  <p:tag name="KSO_WM_UNIT_LAYERLEVEL" val="1"/>
  <p:tag name="KSO_WM_UNIT_PRESET_TEXT" val="01"/>
</p:tagLst>
</file>

<file path=ppt/tags/tag15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INDEX" val="616"/>
  <p:tag name="KSO_WM_TEMPLATE_CATEGORY" val="custom"/>
  <p:tag name="KSO_WM_UNIT_ID" val="custom616_3*a*1"/>
  <p:tag name="KSO_WM_UNIT_LAYERLEVEL" val="1"/>
</p:tagLst>
</file>

<file path=ppt/tags/tag159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TEMPLATE_PLACEHOLDER_POS" val="0,0,192,540"/>
  <p:tag name="KSO_WM_SLIDE_SUBTYPE" val="pureTxt"/>
  <p:tag name="KSO_WM_SLIDE_ITEM_CNT" val="0"/>
  <p:tag name="KSO_WM_TEMPLATE_INDEX" val="616"/>
  <p:tag name="KSO_WM_SLIDE_THEME_ID" val="20232116"/>
  <p:tag name="KSO_WM_SLIDE_INDEX" val="3"/>
  <p:tag name="KSO_WM_BEAUTIFY_FLAG" val="#wm#"/>
  <p:tag name="KSO_WM_TEMPLATE_CATEGORY" val="custom"/>
  <p:tag name="KSO_WM_SLIDE_ID" val="custom616_3"/>
  <p:tag name="KSO_WM_SLIDE_LAYOUT" val="a_d_e_i"/>
  <p:tag name="KSO_WM_SLIDE_LAYOUT_CNT" val="1_1_1_2"/>
</p:tagLst>
</file>

<file path=ppt/tags/tag16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616_5*a*1"/>
  <p:tag name="KSO_WM_TEMPLATE_CATEGORY" val="custom"/>
  <p:tag name="KSO_WM_TEMPLATE_INDEX" val="616"/>
  <p:tag name="KSO_WM_UNIT_LAYERLEVEL" val="1"/>
  <p:tag name="KSO_WM_TAG_VERSION" val="3.0"/>
  <p:tag name="KSO_WM_BEAUTIFY_FLAG" val="#wm#"/>
  <p:tag name="KSO_WM_UNIT_PRESET_TEXT" val="感谢观看"/>
  <p:tag name="KSO_WM_UNIT_SUBTYPE" val=""/>
</p:tagLst>
</file>

<file path=ppt/tags/tag161.xml><?xml version="1.0" encoding="utf-8"?>
<p:tagLst xmlns:p="http://schemas.openxmlformats.org/presentationml/2006/main">
  <p:tag name="KSO_WM_UNIT_TYPE" val="i"/>
  <p:tag name="KSO_WM_DECORATE_TYPE" val="i_bg"/>
  <p:tag name="KSO_WM_UNIT_INDEX" val="1"/>
  <p:tag name="KSO_WM_BEAUTIFY_FLAG" val="#wm#"/>
  <p:tag name="KSO_WM_TAG_VERSION" val="3.0"/>
  <p:tag name="LayoutZOrder" val="5"/>
  <p:tag name="KSO_WM_TEMPLATE_INDEX" val="616"/>
  <p:tag name="KSO_WM_TEMPLATE_CATEGORY" val="custom"/>
  <p:tag name="KSO_WM_UNIT_ID" val="custom616_5*i*1"/>
  <p:tag name="KSO_WM_UNIT_LAYERLEVEL" val="1"/>
</p:tagLst>
</file>

<file path=ppt/tags/tag162.xml><?xml version="1.0" encoding="utf-8"?>
<p:tagLst xmlns:p="http://schemas.openxmlformats.org/presentationml/2006/main">
  <p:tag name="KSO_WM_BEAUTIFY_FLAG" val="#wm#"/>
  <p:tag name="KSO_WM_TEMPLATE_CATEGORY" val="custom"/>
  <p:tag name="KSO_WM_TEMPLATE_INDEX" val="616"/>
</p:tagLst>
</file>

<file path=ppt/tags/tag163.xml><?xml version="1.0" encoding="utf-8"?>
<p:tagLst xmlns:p="http://schemas.openxmlformats.org/presentationml/2006/main">
  <p:tag name="KSO_WM_PRESENTATION_SOURCE" val="WPPAIGeneratePPT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">
  <a:themeElements>
    <a:clrScheme name="自定义 277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E53238"/>
      </a:accent1>
      <a:accent2>
        <a:srgbClr val="0064D2"/>
      </a:accent2>
      <a:accent3>
        <a:srgbClr val="E53238"/>
      </a:accent3>
      <a:accent4>
        <a:srgbClr val="0064D2"/>
      </a:accent4>
      <a:accent5>
        <a:srgbClr val="E53238"/>
      </a:accent5>
      <a:accent6>
        <a:srgbClr val="0064D2"/>
      </a:accent6>
      <a:hlink>
        <a:srgbClr val="E53238"/>
      </a:hlink>
      <a:folHlink>
        <a:srgbClr val="BFBFBF"/>
      </a:folHlink>
    </a:clrScheme>
    <a:fontScheme name="自定义 1">
      <a:majorFont>
        <a:latin typeface="Arial"/>
        <a:ea typeface="时尚中黑简体"/>
        <a:cs typeface="Arial"/>
      </a:majorFont>
      <a:minorFont>
        <a:latin typeface="Agency FB"/>
        <a:ea typeface="时尚中黑简体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594</Words>
  <Application>WPS 演示</Application>
  <PresentationFormat>宽屏</PresentationFormat>
  <Paragraphs>98</Paragraphs>
  <Slides>20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5" baseType="lpstr">
      <vt:lpstr>Arial</vt:lpstr>
      <vt:lpstr>宋体</vt:lpstr>
      <vt:lpstr>Wingdings</vt:lpstr>
      <vt:lpstr>Wingdings</vt:lpstr>
      <vt:lpstr>微软雅黑</vt:lpstr>
      <vt:lpstr>时尚中黑简体</vt:lpstr>
      <vt:lpstr>黑体</vt:lpstr>
      <vt:lpstr>Agency FB</vt:lpstr>
      <vt:lpstr>Arial Unicode MS</vt:lpstr>
      <vt:lpstr>Calibri</vt:lpstr>
      <vt:lpstr>+中文标题</vt:lpstr>
      <vt:lpstr>Segoe Print</vt:lpstr>
      <vt:lpstr>时尚中黑简体</vt:lpstr>
      <vt:lpstr>WPS</vt:lpstr>
      <vt:lpstr>第一PPT，www.1ppt.com</vt:lpstr>
      <vt:lpstr>PowerPoint 演示文稿</vt:lpstr>
      <vt:lpstr>PowerPoint 演示文稿</vt:lpstr>
      <vt:lpstr>PowerPoint 演示文稿</vt:lpstr>
      <vt:lpstr>定义与概念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张津豪</cp:lastModifiedBy>
  <cp:revision>157</cp:revision>
  <dcterms:created xsi:type="dcterms:W3CDTF">2019-06-19T02:08:00Z</dcterms:created>
  <dcterms:modified xsi:type="dcterms:W3CDTF">2025-07-07T12:06:11Z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3B1211141438442196A79D951D3DE0B6_11</vt:lpwstr>
  </property>
</Properties>
</file>